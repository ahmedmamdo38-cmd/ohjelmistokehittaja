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45B32AE-A198-4849-AC01-CE7C1DEC6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829A7E10-EEB2-45BA-9647-2B1EEF7CF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5FAEA88-0C58-4246-817A-F06E45706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BB293-1172-46E1-988A-8791B56689C1}" type="datetimeFigureOut">
              <a:rPr lang="fi-FI" smtClean="0"/>
              <a:t>29.11.2021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29DD5E8-5407-42C6-B9CF-CD065F863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FC0AD2E-D390-49B2-8265-DE24129F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6AD5-4C26-46DC-921B-E7D19948877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9415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C4BF1D6-3605-4FAE-B0B1-198BD6E9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ABA796D-6F5B-44C8-B8F0-670632C7A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E0DF2CC-38E1-4C95-89B6-B3BFA3B61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BB293-1172-46E1-988A-8791B56689C1}" type="datetimeFigureOut">
              <a:rPr lang="fi-FI" smtClean="0"/>
              <a:t>29.11.2021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302DED22-63E2-452B-8176-E0F83A38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0A87305-0782-46F2-ABBF-3C80DC1EF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6AD5-4C26-46DC-921B-E7D19948877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96051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2A1E34F-8E48-426E-8BC2-B76719EDE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E955A5D6-79FB-49D3-A0AC-47DF31E6A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C989961D-EA0C-4DFE-863E-C7B21F68D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BB293-1172-46E1-988A-8791B56689C1}" type="datetimeFigureOut">
              <a:rPr lang="fi-FI" smtClean="0"/>
              <a:t>29.11.2021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216B2977-58FA-40C7-AB8F-288AC5EF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48B3C79-F56F-4F7A-9922-71A3ABC59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6AD5-4C26-46DC-921B-E7D19948877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68763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B7A4D5E-2F1D-47F9-A414-B74F5B79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F47FBBD-3C68-4ED9-896F-E072BFC1C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DD44ADD9-AE42-424E-8A2F-A49DF76AF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478AC641-8AFC-4884-B5A3-8AA2D1AF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BB293-1172-46E1-988A-8791B56689C1}" type="datetimeFigureOut">
              <a:rPr lang="fi-FI" smtClean="0"/>
              <a:t>29.11.2021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483CF3FF-D031-4889-9C5B-E2940965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EAAB07BC-9156-4061-B0DD-A9617AB09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6AD5-4C26-46DC-921B-E7D19948877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7520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9B911BB-3197-4865-B4E5-69DC16C05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9ACD0DBA-E444-4AAC-AB53-7E83A48F6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06CE30BD-FD9E-41A9-80B9-3E3D4AD4D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48E4C599-9752-4080-AAE8-1353DD3E8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4DD06EB7-FE3A-4749-BF22-AFDD2F9914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CEA6DA06-507A-4EF6-8723-733AE7148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BB293-1172-46E1-988A-8791B56689C1}" type="datetimeFigureOut">
              <a:rPr lang="fi-FI" smtClean="0"/>
              <a:t>29.11.2021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FAAB3805-4234-4254-9A62-3980BEA1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108EACC3-97E7-4E87-95DA-E8546C2F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6AD5-4C26-46DC-921B-E7D19948877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1517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754D53D-E525-4F21-9F0E-2C2B1554B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07FC7754-C261-492F-96E8-505C0D21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BB293-1172-46E1-988A-8791B56689C1}" type="datetimeFigureOut">
              <a:rPr lang="fi-FI" smtClean="0"/>
              <a:t>29.11.2021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0E687A04-EB46-49BE-ABFE-18C332C33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6781CA5D-BE01-4E66-98F5-EF484DAB3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6AD5-4C26-46DC-921B-E7D19948877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28949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3397C6D3-82D5-49BB-81B7-AD565B24A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BB293-1172-46E1-988A-8791B56689C1}" type="datetimeFigureOut">
              <a:rPr lang="fi-FI" smtClean="0"/>
              <a:t>29.11.2021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34129269-C842-4B44-A22C-68D54E6B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666C3F25-A274-4B4A-8247-8399251CD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6AD5-4C26-46DC-921B-E7D19948877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659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300BD1B-F953-47CC-9372-807C31310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E85C382-C0E5-43C7-BD26-12EA6E36E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E9DB0B81-AAD9-45A6-A32C-EB12249B2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9C6C947C-1C0D-429A-910B-393A8A83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BB293-1172-46E1-988A-8791B56689C1}" type="datetimeFigureOut">
              <a:rPr lang="fi-FI" smtClean="0"/>
              <a:t>29.11.2021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543C4C7B-BF99-4B0B-A15B-732168104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C6F51BCB-72A4-4682-AC3E-4F8F3A01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6AD5-4C26-46DC-921B-E7D19948877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87545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B13D1FF-670A-4368-B748-B53DC3C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FD8A1A6A-E7C2-4ECD-9FA9-6569CD7DD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5EACE4CA-5F85-453D-8EB6-7D5ABE162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6B6E54A1-23DD-4ED0-876E-372045F3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BB293-1172-46E1-988A-8791B56689C1}" type="datetimeFigureOut">
              <a:rPr lang="fi-FI" smtClean="0"/>
              <a:t>29.11.2021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2542D084-FF53-4B1D-A86E-3B3DA864E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5CCB03AB-25AF-400D-89F2-7CFA0EC9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6AD5-4C26-46DC-921B-E7D19948877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36968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015C2D6-4C16-45B8-BAB5-BA9EA4E1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A972901E-1761-41FA-BAEE-E0A13895A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E779B94E-1A6D-4BFB-9928-BD36116FF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BB293-1172-46E1-988A-8791B56689C1}" type="datetimeFigureOut">
              <a:rPr lang="fi-FI" smtClean="0"/>
              <a:t>29.11.2021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4BA0243C-5420-45E9-B0C8-F733927AB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E71C1E2-842F-4A3F-85EE-A8666341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6AD5-4C26-46DC-921B-E7D19948877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2119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57FBE9EC-CBB4-4D09-BA33-5B5DCA639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B62910A2-9E89-48F1-BAA6-D1B8C855E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E1B79AD4-9289-452B-85F2-3BE8A01E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BB293-1172-46E1-988A-8791B56689C1}" type="datetimeFigureOut">
              <a:rPr lang="fi-FI" smtClean="0"/>
              <a:t>29.11.2021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44D59D44-BA46-4048-A675-A4F20C235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AD7DF23D-7C8D-44E3-ACC1-814DF282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66AD5-4C26-46DC-921B-E7D19948877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92004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sältö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483DE276-B9F3-49A3-A012-F8B91BA51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1055891" y="1583952"/>
            <a:ext cx="7681709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4" name="Sisällön paikkamerkki 2"/>
          <p:cNvSpPr>
            <a:spLocks noGrp="1"/>
          </p:cNvSpPr>
          <p:nvPr>
            <p:ph sz="quarter" idx="12"/>
          </p:nvPr>
        </p:nvSpPr>
        <p:spPr>
          <a:xfrm>
            <a:off x="1055891" y="3123455"/>
            <a:ext cx="6998196" cy="2884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9B2DEAFD-14B8-46F3-89ED-609D3D3377D8}"/>
              </a:ext>
            </a:extLst>
          </p:cNvPr>
          <p:cNvSpPr txBox="1"/>
          <p:nvPr userDrawn="1"/>
        </p:nvSpPr>
        <p:spPr>
          <a:xfrm>
            <a:off x="9693469" y="6475102"/>
            <a:ext cx="21139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1204061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00A8AC9D-0661-45C1-B391-41922BC24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23B2C257-66B5-4C06-97C5-BC0F025C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9CDAA42B-90F7-44EF-B464-59B0B4A150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BB293-1172-46E1-988A-8791B56689C1}" type="datetimeFigureOut">
              <a:rPr lang="fi-FI" smtClean="0"/>
              <a:t>29.11.2021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6BB5EFFC-A9DB-46BE-87AC-6EF4968E6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080AC5CC-1E6E-4B5D-A21E-77FCB2A02F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66AD5-4C26-46DC-921B-E7D19948877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1774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7Cwllp7aJ2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72593C5-85D5-784F-B39B-FCFE72F8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5918" y="25316"/>
            <a:ext cx="6990873" cy="1024166"/>
          </a:xfrm>
        </p:spPr>
        <p:txBody>
          <a:bodyPr/>
          <a:lstStyle/>
          <a:p>
            <a:r>
              <a:rPr lang="fi-FI" dirty="0"/>
              <a:t>18. Tehtävä – Pudotusvalikko, joka riippuu toisesta pudotusvalikosta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9C5C9F8-0618-1848-BF4F-3561987064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15918" y="1049482"/>
            <a:ext cx="8352083" cy="5808518"/>
          </a:xfrm>
        </p:spPr>
        <p:txBody>
          <a:bodyPr/>
          <a:lstStyle/>
          <a:p>
            <a:r>
              <a:rPr lang="fi-FI" dirty="0"/>
              <a:t>Tässä tehtävässä on ideana tehdä kaksi pudotusvalikkoa siten, että jälkimmäisen pudotusvalikon sisältö riippuu ensimmäisen pudotusvalikon sisällöstä, eli kun ensimmäisestä pudotusvalikosta valitsee oppilaitoksen, saa jälkimmäiseen pudotusvalikkoon ko. oppilaitoksen yhteyshenkilöt:</a:t>
            </a:r>
          </a:p>
          <a:p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1B40FBFA-4CFF-1341-B286-CD4758070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218" y="2192482"/>
            <a:ext cx="4103200" cy="2940627"/>
          </a:xfrm>
          <a:prstGeom prst="rect">
            <a:avLst/>
          </a:prstGeom>
        </p:spPr>
      </p:pic>
      <p:pic>
        <p:nvPicPr>
          <p:cNvPr id="6" name="Kuva 5">
            <a:extLst>
              <a:ext uri="{FF2B5EF4-FFF2-40B4-BE49-F238E27FC236}">
                <a16:creationId xmlns:a16="http://schemas.microsoft.com/office/drawing/2014/main" id="{6F40D28E-F1AB-5847-B252-F6710B0A2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491" y="2192481"/>
            <a:ext cx="2825750" cy="1339850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EBD57B66-0A77-8645-B184-858C095B8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490" y="3610870"/>
            <a:ext cx="2825751" cy="717551"/>
          </a:xfrm>
          <a:prstGeom prst="rect">
            <a:avLst/>
          </a:prstGeom>
        </p:spPr>
      </p:pic>
      <p:pic>
        <p:nvPicPr>
          <p:cNvPr id="8" name="Kuva 7">
            <a:extLst>
              <a:ext uri="{FF2B5EF4-FFF2-40B4-BE49-F238E27FC236}">
                <a16:creationId xmlns:a16="http://schemas.microsoft.com/office/drawing/2014/main" id="{4AB190CB-DB3F-BF4F-A702-1CF44626C5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690" y="4406959"/>
            <a:ext cx="2811551" cy="1017213"/>
          </a:xfrm>
          <a:prstGeom prst="rect">
            <a:avLst/>
          </a:prstGeom>
        </p:spPr>
      </p:pic>
      <p:pic>
        <p:nvPicPr>
          <p:cNvPr id="9" name="Kuva 8">
            <a:extLst>
              <a:ext uri="{FF2B5EF4-FFF2-40B4-BE49-F238E27FC236}">
                <a16:creationId xmlns:a16="http://schemas.microsoft.com/office/drawing/2014/main" id="{D28138D9-10E2-5848-B0CB-44D9457D9D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4598" y="5242643"/>
            <a:ext cx="3858668" cy="150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55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uva 10">
            <a:extLst>
              <a:ext uri="{FF2B5EF4-FFF2-40B4-BE49-F238E27FC236}">
                <a16:creationId xmlns:a16="http://schemas.microsoft.com/office/drawing/2014/main" id="{6212C56C-CA80-6946-9D49-3C4CC17B9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8580836" cy="6858000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372593C5-85D5-784F-B39B-FCFE72F8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6656" y="0"/>
            <a:ext cx="3491345" cy="1024166"/>
          </a:xfrm>
          <a:solidFill>
            <a:schemeClr val="bg1"/>
          </a:solidFill>
        </p:spPr>
        <p:txBody>
          <a:bodyPr/>
          <a:lstStyle/>
          <a:p>
            <a:r>
              <a:rPr lang="fi-FI" dirty="0"/>
              <a:t>18. Tehtävä</a:t>
            </a:r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6E1B7406-689D-9446-AE4E-5E1F383175F4}"/>
              </a:ext>
            </a:extLst>
          </p:cNvPr>
          <p:cNvSpPr txBox="1"/>
          <p:nvPr/>
        </p:nvSpPr>
        <p:spPr>
          <a:xfrm>
            <a:off x="5160819" y="1766456"/>
            <a:ext cx="5268191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Alustetaan molemmat taulukot, eli täytetään ne tiedoilla ja oppilaitokset </a:t>
            </a:r>
            <a:r>
              <a:rPr lang="fi-FI" dirty="0" err="1"/>
              <a:t>combobox</a:t>
            </a:r>
            <a:r>
              <a:rPr lang="fi-FI" dirty="0"/>
              <a:t> sisällytetään oppilaitokset taulukon sisällöllä ja tiedoksi laitetaan oppilaitoksen nimi</a:t>
            </a:r>
          </a:p>
        </p:txBody>
      </p:sp>
      <p:sp>
        <p:nvSpPr>
          <p:cNvPr id="13" name="Tekstiruutu 12">
            <a:extLst>
              <a:ext uri="{FF2B5EF4-FFF2-40B4-BE49-F238E27FC236}">
                <a16:creationId xmlns:a16="http://schemas.microsoft.com/office/drawing/2014/main" id="{8E449E65-F960-954F-BA9E-B9A276A2F99D}"/>
              </a:ext>
            </a:extLst>
          </p:cNvPr>
          <p:cNvSpPr txBox="1"/>
          <p:nvPr/>
        </p:nvSpPr>
        <p:spPr>
          <a:xfrm>
            <a:off x="8922328" y="5081155"/>
            <a:ext cx="1745673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i-FI" dirty="0" err="1"/>
              <a:t>Comboboksien</a:t>
            </a:r>
            <a:r>
              <a:rPr lang="fi-FI" dirty="0"/>
              <a:t> alle valitun indeksin tiedot</a:t>
            </a:r>
          </a:p>
        </p:txBody>
      </p:sp>
      <p:sp>
        <p:nvSpPr>
          <p:cNvPr id="14" name="Nuoli vasemmalle 13">
            <a:extLst>
              <a:ext uri="{FF2B5EF4-FFF2-40B4-BE49-F238E27FC236}">
                <a16:creationId xmlns:a16="http://schemas.microsoft.com/office/drawing/2014/main" id="{F0B58FCF-1C61-524E-BD98-A3B587D1006A}"/>
              </a:ext>
            </a:extLst>
          </p:cNvPr>
          <p:cNvSpPr/>
          <p:nvPr/>
        </p:nvSpPr>
        <p:spPr>
          <a:xfrm rot="2463326">
            <a:off x="8133697" y="4559280"/>
            <a:ext cx="768927" cy="347916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" name="Nuoli vasemmalle 14">
            <a:extLst>
              <a:ext uri="{FF2B5EF4-FFF2-40B4-BE49-F238E27FC236}">
                <a16:creationId xmlns:a16="http://schemas.microsoft.com/office/drawing/2014/main" id="{6C9F03F1-4B5F-2444-96F0-95C5888029BF}"/>
              </a:ext>
            </a:extLst>
          </p:cNvPr>
          <p:cNvSpPr/>
          <p:nvPr/>
        </p:nvSpPr>
        <p:spPr>
          <a:xfrm rot="20019904">
            <a:off x="8267498" y="5884260"/>
            <a:ext cx="602672" cy="240451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6" name="Tekstiruutu 15">
            <a:extLst>
              <a:ext uri="{FF2B5EF4-FFF2-40B4-BE49-F238E27FC236}">
                <a16:creationId xmlns:a16="http://schemas.microsoft.com/office/drawing/2014/main" id="{E69B5AAE-BE21-3C41-AC93-BB36E1DBD442}"/>
              </a:ext>
            </a:extLst>
          </p:cNvPr>
          <p:cNvSpPr txBox="1"/>
          <p:nvPr/>
        </p:nvSpPr>
        <p:spPr>
          <a:xfrm>
            <a:off x="4817919" y="4691674"/>
            <a:ext cx="3148446" cy="923330"/>
          </a:xfrm>
          <a:prstGeom prst="rect">
            <a:avLst/>
          </a:prstGeom>
          <a:solidFill>
            <a:srgbClr val="FFFF00">
              <a:alpha val="63000"/>
            </a:srgbClr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Tässä määritetään, että vain valitun oppilaitoksen edustajat kopioidaan yhteys tauluun</a:t>
            </a:r>
          </a:p>
        </p:txBody>
      </p:sp>
    </p:spTree>
    <p:extLst>
      <p:ext uri="{BB962C8B-B14F-4D97-AF65-F5344CB8AC3E}">
        <p14:creationId xmlns:p14="http://schemas.microsoft.com/office/powerpoint/2010/main" val="1920114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07653F12-9B1E-B942-A944-E047EFDCA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00764"/>
            <a:ext cx="9144000" cy="5856472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372593C5-85D5-784F-B39B-FCFE72F8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6656" y="238991"/>
            <a:ext cx="3491345" cy="1024166"/>
          </a:xfrm>
          <a:solidFill>
            <a:schemeClr val="bg1"/>
          </a:solidFill>
        </p:spPr>
        <p:txBody>
          <a:bodyPr/>
          <a:lstStyle/>
          <a:p>
            <a:r>
              <a:rPr lang="fi-FI" dirty="0"/>
              <a:t>18. Tehtävä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F21A1461-6680-A845-BB95-F86826872A89}"/>
              </a:ext>
            </a:extLst>
          </p:cNvPr>
          <p:cNvSpPr txBox="1"/>
          <p:nvPr/>
        </p:nvSpPr>
        <p:spPr>
          <a:xfrm>
            <a:off x="4319155" y="280555"/>
            <a:ext cx="2566554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Tässä luodaan oppilaitostaulukko ja sen sisältö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238997BC-9D7F-E54E-AC73-98E5C517BF6E}"/>
              </a:ext>
            </a:extLst>
          </p:cNvPr>
          <p:cNvSpPr txBox="1"/>
          <p:nvPr/>
        </p:nvSpPr>
        <p:spPr>
          <a:xfrm>
            <a:off x="4672446" y="2878282"/>
            <a:ext cx="564226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Tässä luodaan vastuuhenkilötaulukko ja sen sisältö</a:t>
            </a: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63F9F020-8F63-9843-A1CF-84EDFE27F36F}"/>
              </a:ext>
            </a:extLst>
          </p:cNvPr>
          <p:cNvSpPr txBox="1"/>
          <p:nvPr/>
        </p:nvSpPr>
        <p:spPr>
          <a:xfrm>
            <a:off x="7176656" y="1454728"/>
            <a:ext cx="3491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Video:</a:t>
            </a:r>
          </a:p>
          <a:p>
            <a:r>
              <a:rPr lang="fi-FI" dirty="0" err="1">
                <a:hlinkClick r:id="rId3"/>
              </a:rPr>
              <a:t>https</a:t>
            </a:r>
            <a:r>
              <a:rPr lang="fi-FI" dirty="0">
                <a:hlinkClick r:id="rId3"/>
              </a:rPr>
              <a:t>://</a:t>
            </a:r>
            <a:r>
              <a:rPr lang="fi-FI" dirty="0" err="1">
                <a:hlinkClick r:id="rId3"/>
              </a:rPr>
              <a:t>youtu.be</a:t>
            </a:r>
            <a:r>
              <a:rPr lang="fi-FI" dirty="0">
                <a:hlinkClick r:id="rId3"/>
              </a:rPr>
              <a:t>/7Cwllp7aJ2g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830844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Laajakuva</PresentationFormat>
  <Paragraphs>11</Paragraphs>
  <Slides>3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TitilliumText22L Light</vt:lpstr>
      <vt:lpstr>Office-teema</vt:lpstr>
      <vt:lpstr>18. Tehtävä – Pudotusvalikko, joka riippuu toisesta pudotusvalikosta</vt:lpstr>
      <vt:lpstr>18. Tehtävä</vt:lpstr>
      <vt:lpstr>18. Tehtävä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18. Tehtävä – Pudotusvalikko, joka riippuu toisesta pudotusvalikosta</dc:title>
  <dc:creator>Jyri Lindroos</dc:creator>
  <cp:lastModifiedBy>Jyri Lindroos</cp:lastModifiedBy>
  <cp:revision>1</cp:revision>
  <dcterms:created xsi:type="dcterms:W3CDTF">2021-11-29T07:46:00Z</dcterms:created>
  <dcterms:modified xsi:type="dcterms:W3CDTF">2021-11-29T07:46:37Z</dcterms:modified>
</cp:coreProperties>
</file>