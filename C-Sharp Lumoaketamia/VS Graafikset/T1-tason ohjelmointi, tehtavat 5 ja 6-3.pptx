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1" r:id="rId4"/>
  </p:sldMasterIdLst>
  <p:notesMasterIdLst>
    <p:notesMasterId r:id="rId12"/>
  </p:notesMasterIdLst>
  <p:handoutMasterIdLst>
    <p:handoutMasterId r:id="rId13"/>
  </p:handoutMasterIdLst>
  <p:sldIdLst>
    <p:sldId id="256" r:id="rId5"/>
    <p:sldId id="261" r:id="rId6"/>
    <p:sldId id="262" r:id="rId7"/>
    <p:sldId id="258" r:id="rId8"/>
    <p:sldId id="257" r:id="rId9"/>
    <p:sldId id="260" r:id="rId10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CCF00"/>
    <a:srgbClr val="AF2867"/>
    <a:srgbClr val="C9338B"/>
    <a:srgbClr val="0074D8"/>
    <a:srgbClr val="623D91"/>
    <a:srgbClr val="442D73"/>
    <a:srgbClr val="A32271"/>
    <a:srgbClr val="0098BE"/>
    <a:srgbClr val="0010D8"/>
    <a:srgbClr val="C933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687" autoAdjust="0"/>
    <p:restoredTop sz="94670" autoAdjust="0"/>
  </p:normalViewPr>
  <p:slideViewPr>
    <p:cSldViewPr snapToGrid="0" snapToObjects="1">
      <p:cViewPr varScale="1">
        <p:scale>
          <a:sx n="128" d="100"/>
          <a:sy n="128" d="100"/>
        </p:scale>
        <p:origin x="1440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 showGuides="1">
      <p:cViewPr varScale="1">
        <p:scale>
          <a:sx n="87" d="100"/>
          <a:sy n="87" d="100"/>
        </p:scale>
        <p:origin x="3840" y="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94D4C9-6805-D540-BF0E-8D5D44FA5A14}" type="datetimeFigureOut">
              <a:rPr lang="en-US" smtClean="0"/>
              <a:t>8/29/21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8212D4-8506-FA4A-B89D-DDD39B1D73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3269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1EE868-360A-9D4F-ADEB-D95F6F3D8AE4}" type="datetimeFigureOut">
              <a:rPr lang="en-US" smtClean="0"/>
              <a:t>8/29/21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3639CC-2304-9949-BEF3-54E737648D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129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n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tsikko 2"/>
          <p:cNvSpPr>
            <a:spLocks noGrp="1"/>
          </p:cNvSpPr>
          <p:nvPr>
            <p:ph type="title"/>
          </p:nvPr>
        </p:nvSpPr>
        <p:spPr>
          <a:xfrm>
            <a:off x="2358596" y="2049523"/>
            <a:ext cx="6373512" cy="281709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ts val="3600"/>
              </a:lnSpc>
              <a:defRPr sz="3200"/>
            </a:lvl1pPr>
          </a:lstStyle>
          <a:p>
            <a:r>
              <a:rPr lang="fi-FI"/>
              <a:t>Muokkaa ots. perustyyl. napsautt.</a:t>
            </a: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4037976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nsi - ykkösvalin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uva 3">
            <a:extLst>
              <a:ext uri="{FF2B5EF4-FFF2-40B4-BE49-F238E27FC236}">
                <a16:creationId xmlns:a16="http://schemas.microsoft.com/office/drawing/2014/main" id="{4AB942B8-D485-43EB-B893-D7EF8525977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sp>
        <p:nvSpPr>
          <p:cNvPr id="3" name="Otsikko 2"/>
          <p:cNvSpPr>
            <a:spLocks noGrp="1"/>
          </p:cNvSpPr>
          <p:nvPr>
            <p:ph type="title"/>
          </p:nvPr>
        </p:nvSpPr>
        <p:spPr>
          <a:xfrm>
            <a:off x="978683" y="2049523"/>
            <a:ext cx="6373512" cy="281709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ts val="3600"/>
              </a:lnSpc>
              <a:defRPr sz="3200"/>
            </a:lvl1pPr>
          </a:lstStyle>
          <a:p>
            <a:r>
              <a:rPr lang="fi-FI"/>
              <a:t>Muokkaa ots. perustyyl. napsautt.</a:t>
            </a:r>
            <a:endParaRPr lang="fi-FI" dirty="0"/>
          </a:p>
        </p:txBody>
      </p:sp>
      <p:sp>
        <p:nvSpPr>
          <p:cNvPr id="5" name="TextBox 10">
            <a:extLst>
              <a:ext uri="{FF2B5EF4-FFF2-40B4-BE49-F238E27FC236}">
                <a16:creationId xmlns:a16="http://schemas.microsoft.com/office/drawing/2014/main" id="{C6C2C99A-DA4C-41F0-ADDF-F850E7C02A8C}"/>
              </a:ext>
            </a:extLst>
          </p:cNvPr>
          <p:cNvSpPr txBox="1"/>
          <p:nvPr userDrawn="1"/>
        </p:nvSpPr>
        <p:spPr>
          <a:xfrm>
            <a:off x="7270101" y="6475102"/>
            <a:ext cx="15854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latin typeface="TitilliumText22L Light"/>
                <a:cs typeface="TitilliumText22L Light"/>
              </a:rPr>
              <a:t>KEUDA</a:t>
            </a:r>
            <a:r>
              <a:rPr lang="en-US" sz="800" baseline="0" dirty="0"/>
              <a:t> </a:t>
            </a:r>
            <a:r>
              <a:rPr lang="fi-FI" sz="800" b="0" i="0" u="none" strike="noStrike" kern="1200" baseline="100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•</a:t>
            </a:r>
            <a:r>
              <a:rPr lang="fi-FI" sz="800" b="0" i="0" u="none" strike="noStrike" kern="1200" baseline="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 </a:t>
            </a:r>
            <a:fld id="{682124FE-E830-FA47-9347-515BBA8263AC}" type="slidenum">
              <a:rPr lang="fi-FI" sz="800" b="0" i="0" u="none" strike="noStrike" kern="1200" baseline="0" smtClean="0">
                <a:solidFill>
                  <a:schemeClr val="tx1"/>
                </a:solidFill>
                <a:latin typeface="TitilliumText22L Light"/>
                <a:ea typeface="+mn-ea"/>
                <a:cs typeface="TitilliumText22L Light"/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dirty="0">
              <a:solidFill>
                <a:schemeClr val="tx1"/>
              </a:solidFill>
              <a:latin typeface="TitilliumText22L Light"/>
              <a:cs typeface="TitilliumText22L Light"/>
            </a:endParaRPr>
          </a:p>
        </p:txBody>
      </p:sp>
    </p:spTree>
    <p:extLst>
      <p:ext uri="{BB962C8B-B14F-4D97-AF65-F5344CB8AC3E}">
        <p14:creationId xmlns:p14="http://schemas.microsoft.com/office/powerpoint/2010/main" val="2667396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sältö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/>
          <p:cNvSpPr>
            <a:spLocks noGrp="1"/>
          </p:cNvSpPr>
          <p:nvPr>
            <p:ph type="title" hasCustomPrompt="1"/>
          </p:nvPr>
        </p:nvSpPr>
        <p:spPr>
          <a:xfrm>
            <a:off x="2357108" y="1583952"/>
            <a:ext cx="5761282" cy="1440392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ts val="3600"/>
              </a:lnSpc>
              <a:defRPr sz="3200" baseline="0">
                <a:latin typeface="Arial"/>
                <a:cs typeface="Arial"/>
              </a:defRPr>
            </a:lvl1pPr>
          </a:lstStyle>
          <a:p>
            <a:r>
              <a:rPr lang="fi-FI" dirty="0"/>
              <a:t>Otsikko </a:t>
            </a:r>
            <a:r>
              <a:rPr lang="fi-FI" dirty="0" err="1"/>
              <a:t>lorem</a:t>
            </a:r>
            <a:r>
              <a:rPr lang="fi-FI" dirty="0"/>
              <a:t> </a:t>
            </a:r>
            <a:r>
              <a:rPr lang="fi-FI" dirty="0" err="1"/>
              <a:t>ipsum</a:t>
            </a:r>
            <a:r>
              <a:rPr lang="fi-FI" dirty="0"/>
              <a:t> </a:t>
            </a:r>
            <a:br>
              <a:rPr lang="fi-FI" dirty="0"/>
            </a:br>
            <a:r>
              <a:rPr lang="fi-FI" dirty="0" err="1"/>
              <a:t>Arial</a:t>
            </a:r>
            <a:r>
              <a:rPr lang="fi-FI" dirty="0"/>
              <a:t> 32/36</a:t>
            </a:r>
            <a:endParaRPr lang="en-US" dirty="0"/>
          </a:p>
        </p:txBody>
      </p:sp>
      <p:sp>
        <p:nvSpPr>
          <p:cNvPr id="4" name="Sisällön paikkamerkki 2"/>
          <p:cNvSpPr>
            <a:spLocks noGrp="1"/>
          </p:cNvSpPr>
          <p:nvPr>
            <p:ph sz="quarter" idx="12"/>
          </p:nvPr>
        </p:nvSpPr>
        <p:spPr>
          <a:xfrm>
            <a:off x="2357108" y="3123454"/>
            <a:ext cx="5248647" cy="288448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0" i="0">
                <a:latin typeface="Arial"/>
                <a:ea typeface="TitilliumText22L Light" charset="0"/>
                <a:cs typeface="Arial"/>
              </a:defRPr>
            </a:lvl1pPr>
            <a:lvl2pPr>
              <a:defRPr sz="1600" b="0" i="0">
                <a:latin typeface="Arial"/>
                <a:ea typeface="TitilliumText22L Light" charset="0"/>
                <a:cs typeface="Arial"/>
              </a:defRPr>
            </a:lvl2pPr>
            <a:lvl3pPr>
              <a:defRPr sz="1600" b="0" i="0">
                <a:latin typeface="Arial"/>
                <a:ea typeface="TitilliumText22L Light" charset="0"/>
                <a:cs typeface="Arial"/>
              </a:defRPr>
            </a:lvl3pPr>
            <a:lvl4pPr>
              <a:defRPr sz="1600" b="0" i="0">
                <a:latin typeface="Arial"/>
                <a:ea typeface="TitilliumText22L Light" charset="0"/>
                <a:cs typeface="Arial"/>
              </a:defRPr>
            </a:lvl4pPr>
            <a:lvl5pPr>
              <a:defRPr sz="1600" b="0" i="0">
                <a:latin typeface="Arial"/>
                <a:ea typeface="TitilliumText22L Light" charset="0"/>
                <a:cs typeface="Arial"/>
              </a:defRPr>
            </a:lvl5pPr>
          </a:lstStyle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1489151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sältö - ykkösvalin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uva 2">
            <a:extLst>
              <a:ext uri="{FF2B5EF4-FFF2-40B4-BE49-F238E27FC236}">
                <a16:creationId xmlns:a16="http://schemas.microsoft.com/office/drawing/2014/main" id="{483DE276-B9F3-49A3-A012-F8B91BA51C0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sp>
        <p:nvSpPr>
          <p:cNvPr id="24" name="Title 1"/>
          <p:cNvSpPr>
            <a:spLocks noGrp="1"/>
          </p:cNvSpPr>
          <p:nvPr>
            <p:ph type="title" hasCustomPrompt="1"/>
          </p:nvPr>
        </p:nvSpPr>
        <p:spPr>
          <a:xfrm>
            <a:off x="791918" y="1583952"/>
            <a:ext cx="5761282" cy="1440392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ts val="3600"/>
              </a:lnSpc>
              <a:defRPr sz="3200" baseline="0">
                <a:latin typeface="Arial"/>
                <a:cs typeface="Arial"/>
              </a:defRPr>
            </a:lvl1pPr>
          </a:lstStyle>
          <a:p>
            <a:r>
              <a:rPr lang="fi-FI" dirty="0"/>
              <a:t>Otsikko </a:t>
            </a:r>
            <a:r>
              <a:rPr lang="fi-FI" dirty="0" err="1"/>
              <a:t>lorem</a:t>
            </a:r>
            <a:r>
              <a:rPr lang="fi-FI" dirty="0"/>
              <a:t> </a:t>
            </a:r>
            <a:r>
              <a:rPr lang="fi-FI" dirty="0" err="1"/>
              <a:t>ipsum</a:t>
            </a:r>
            <a:r>
              <a:rPr lang="fi-FI" dirty="0"/>
              <a:t> </a:t>
            </a:r>
            <a:br>
              <a:rPr lang="fi-FI" dirty="0"/>
            </a:br>
            <a:r>
              <a:rPr lang="fi-FI" dirty="0" err="1"/>
              <a:t>Arial</a:t>
            </a:r>
            <a:r>
              <a:rPr lang="fi-FI" dirty="0"/>
              <a:t> 32/36</a:t>
            </a:r>
            <a:endParaRPr lang="en-US" dirty="0"/>
          </a:p>
        </p:txBody>
      </p:sp>
      <p:sp>
        <p:nvSpPr>
          <p:cNvPr id="4" name="Sisällön paikkamerkki 2"/>
          <p:cNvSpPr>
            <a:spLocks noGrp="1"/>
          </p:cNvSpPr>
          <p:nvPr>
            <p:ph sz="quarter" idx="12"/>
          </p:nvPr>
        </p:nvSpPr>
        <p:spPr>
          <a:xfrm>
            <a:off x="791918" y="3123454"/>
            <a:ext cx="5248647" cy="288448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0" i="0">
                <a:latin typeface="Arial"/>
                <a:ea typeface="TitilliumText22L Light" charset="0"/>
                <a:cs typeface="Arial"/>
              </a:defRPr>
            </a:lvl1pPr>
            <a:lvl2pPr>
              <a:defRPr sz="1600" b="0" i="0">
                <a:latin typeface="Arial"/>
                <a:ea typeface="TitilliumText22L Light" charset="0"/>
                <a:cs typeface="Arial"/>
              </a:defRPr>
            </a:lvl2pPr>
            <a:lvl3pPr>
              <a:defRPr sz="1600" b="0" i="0">
                <a:latin typeface="Arial"/>
                <a:ea typeface="TitilliumText22L Light" charset="0"/>
                <a:cs typeface="Arial"/>
              </a:defRPr>
            </a:lvl3pPr>
            <a:lvl4pPr>
              <a:defRPr sz="1600" b="0" i="0">
                <a:latin typeface="Arial"/>
                <a:ea typeface="TitilliumText22L Light" charset="0"/>
                <a:cs typeface="Arial"/>
              </a:defRPr>
            </a:lvl4pPr>
            <a:lvl5pPr>
              <a:defRPr sz="1600" b="0" i="0">
                <a:latin typeface="Arial"/>
                <a:ea typeface="TitilliumText22L Light" charset="0"/>
                <a:cs typeface="Arial"/>
              </a:defRPr>
            </a:lvl5pPr>
          </a:lstStyle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fi-FI" dirty="0"/>
          </a:p>
        </p:txBody>
      </p:sp>
      <p:sp>
        <p:nvSpPr>
          <p:cNvPr id="5" name="TextBox 10">
            <a:extLst>
              <a:ext uri="{FF2B5EF4-FFF2-40B4-BE49-F238E27FC236}">
                <a16:creationId xmlns:a16="http://schemas.microsoft.com/office/drawing/2014/main" id="{9B2DEAFD-14B8-46F3-89ED-609D3D3377D8}"/>
              </a:ext>
            </a:extLst>
          </p:cNvPr>
          <p:cNvSpPr txBox="1"/>
          <p:nvPr userDrawn="1"/>
        </p:nvSpPr>
        <p:spPr>
          <a:xfrm>
            <a:off x="7270101" y="6475102"/>
            <a:ext cx="15854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latin typeface="TitilliumText22L Light"/>
                <a:cs typeface="TitilliumText22L Light"/>
              </a:rPr>
              <a:t>KEUDA</a:t>
            </a:r>
            <a:r>
              <a:rPr lang="en-US" sz="800" baseline="0" dirty="0"/>
              <a:t> </a:t>
            </a:r>
            <a:r>
              <a:rPr lang="fi-FI" sz="800" b="0" i="0" u="none" strike="noStrike" kern="1200" baseline="100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•</a:t>
            </a:r>
            <a:r>
              <a:rPr lang="fi-FI" sz="800" b="0" i="0" u="none" strike="noStrike" kern="1200" baseline="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 </a:t>
            </a:r>
            <a:fld id="{682124FE-E830-FA47-9347-515BBA8263AC}" type="slidenum">
              <a:rPr lang="fi-FI" sz="800" b="0" i="0" u="none" strike="noStrike" kern="1200" baseline="0" smtClean="0">
                <a:solidFill>
                  <a:schemeClr val="tx1"/>
                </a:solidFill>
                <a:latin typeface="TitilliumText22L Light"/>
                <a:ea typeface="+mn-ea"/>
                <a:cs typeface="TitilliumText22L Light"/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dirty="0">
              <a:solidFill>
                <a:schemeClr val="tx1"/>
              </a:solidFill>
              <a:latin typeface="TitilliumText22L Light"/>
              <a:cs typeface="TitilliumText22L Light"/>
            </a:endParaRPr>
          </a:p>
        </p:txBody>
      </p:sp>
    </p:spTree>
    <p:extLst>
      <p:ext uri="{BB962C8B-B14F-4D97-AF65-F5344CB8AC3E}">
        <p14:creationId xmlns:p14="http://schemas.microsoft.com/office/powerpoint/2010/main" val="2596321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sältö - ykkösvalinta - li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Kuva 6">
            <a:extLst>
              <a:ext uri="{FF2B5EF4-FFF2-40B4-BE49-F238E27FC236}">
                <a16:creationId xmlns:a16="http://schemas.microsoft.com/office/drawing/2014/main" id="{FE89DC39-807A-4E9C-9BF9-8794BD58BCC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sp>
        <p:nvSpPr>
          <p:cNvPr id="24" name="Title 1"/>
          <p:cNvSpPr>
            <a:spLocks noGrp="1"/>
          </p:cNvSpPr>
          <p:nvPr>
            <p:ph type="title" hasCustomPrompt="1"/>
          </p:nvPr>
        </p:nvSpPr>
        <p:spPr>
          <a:xfrm>
            <a:off x="791918" y="1583952"/>
            <a:ext cx="5761282" cy="1440392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ts val="3600"/>
              </a:lnSpc>
              <a:defRPr sz="3200" baseline="0">
                <a:latin typeface="Arial"/>
                <a:cs typeface="Arial"/>
              </a:defRPr>
            </a:lvl1pPr>
          </a:lstStyle>
          <a:p>
            <a:r>
              <a:rPr lang="fi-FI" dirty="0"/>
              <a:t>Otsikko </a:t>
            </a:r>
            <a:r>
              <a:rPr lang="fi-FI" dirty="0" err="1"/>
              <a:t>lorem</a:t>
            </a:r>
            <a:r>
              <a:rPr lang="fi-FI" dirty="0"/>
              <a:t> </a:t>
            </a:r>
            <a:r>
              <a:rPr lang="fi-FI" dirty="0" err="1"/>
              <a:t>ipsum</a:t>
            </a:r>
            <a:r>
              <a:rPr lang="fi-FI" dirty="0"/>
              <a:t> </a:t>
            </a:r>
            <a:br>
              <a:rPr lang="fi-FI" dirty="0"/>
            </a:br>
            <a:r>
              <a:rPr lang="fi-FI" dirty="0" err="1"/>
              <a:t>Arial</a:t>
            </a:r>
            <a:r>
              <a:rPr lang="fi-FI" dirty="0"/>
              <a:t> 32/36</a:t>
            </a:r>
            <a:endParaRPr lang="en-US" dirty="0"/>
          </a:p>
        </p:txBody>
      </p:sp>
      <p:sp>
        <p:nvSpPr>
          <p:cNvPr id="4" name="Sisällön paikkamerkki 2"/>
          <p:cNvSpPr>
            <a:spLocks noGrp="1"/>
          </p:cNvSpPr>
          <p:nvPr>
            <p:ph sz="quarter" idx="12"/>
          </p:nvPr>
        </p:nvSpPr>
        <p:spPr>
          <a:xfrm>
            <a:off x="791918" y="3123454"/>
            <a:ext cx="5248647" cy="288448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0" i="0">
                <a:latin typeface="Arial"/>
                <a:ea typeface="TitilliumText22L Light" charset="0"/>
                <a:cs typeface="Arial"/>
              </a:defRPr>
            </a:lvl1pPr>
            <a:lvl2pPr>
              <a:defRPr sz="1600" b="0" i="0">
                <a:latin typeface="Arial"/>
                <a:ea typeface="TitilliumText22L Light" charset="0"/>
                <a:cs typeface="Arial"/>
              </a:defRPr>
            </a:lvl2pPr>
            <a:lvl3pPr>
              <a:defRPr sz="1600" b="0" i="0">
                <a:latin typeface="Arial"/>
                <a:ea typeface="TitilliumText22L Light" charset="0"/>
                <a:cs typeface="Arial"/>
              </a:defRPr>
            </a:lvl3pPr>
            <a:lvl4pPr>
              <a:defRPr sz="1600" b="0" i="0">
                <a:latin typeface="Arial"/>
                <a:ea typeface="TitilliumText22L Light" charset="0"/>
                <a:cs typeface="Arial"/>
              </a:defRPr>
            </a:lvl4pPr>
            <a:lvl5pPr>
              <a:defRPr sz="1600" b="0" i="0">
                <a:latin typeface="Arial"/>
                <a:ea typeface="TitilliumText22L Light" charset="0"/>
                <a:cs typeface="Arial"/>
              </a:defRPr>
            </a:lvl5pPr>
          </a:lstStyle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fi-FI" dirty="0"/>
          </a:p>
        </p:txBody>
      </p:sp>
      <p:sp>
        <p:nvSpPr>
          <p:cNvPr id="5" name="TextBox 10">
            <a:extLst>
              <a:ext uri="{FF2B5EF4-FFF2-40B4-BE49-F238E27FC236}">
                <a16:creationId xmlns:a16="http://schemas.microsoft.com/office/drawing/2014/main" id="{AE6C7CC8-3097-4489-8F57-1AAB4DBE7496}"/>
              </a:ext>
            </a:extLst>
          </p:cNvPr>
          <p:cNvSpPr txBox="1"/>
          <p:nvPr userDrawn="1"/>
        </p:nvSpPr>
        <p:spPr>
          <a:xfrm>
            <a:off x="7270101" y="6475102"/>
            <a:ext cx="15854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latin typeface="TitilliumText22L Light"/>
                <a:cs typeface="TitilliumText22L Light"/>
              </a:rPr>
              <a:t>KEUDA</a:t>
            </a:r>
            <a:r>
              <a:rPr lang="en-US" sz="800" baseline="0" dirty="0"/>
              <a:t> </a:t>
            </a:r>
            <a:r>
              <a:rPr lang="fi-FI" sz="800" b="0" i="0" u="none" strike="noStrike" kern="1200" baseline="100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•</a:t>
            </a:r>
            <a:r>
              <a:rPr lang="fi-FI" sz="800" b="0" i="0" u="none" strike="noStrike" kern="1200" baseline="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 </a:t>
            </a:r>
            <a:fld id="{682124FE-E830-FA47-9347-515BBA8263AC}" type="slidenum">
              <a:rPr lang="fi-FI" sz="800" b="0" i="0" u="none" strike="noStrike" kern="1200" baseline="0" smtClean="0">
                <a:solidFill>
                  <a:schemeClr val="tx1"/>
                </a:solidFill>
                <a:latin typeface="TitilliumText22L Light"/>
                <a:ea typeface="+mn-ea"/>
                <a:cs typeface="TitilliumText22L Light"/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dirty="0">
              <a:solidFill>
                <a:schemeClr val="tx1"/>
              </a:solidFill>
              <a:latin typeface="TitilliumText22L Light"/>
              <a:cs typeface="TitilliumText22L Light"/>
            </a:endParaRPr>
          </a:p>
        </p:txBody>
      </p:sp>
    </p:spTree>
    <p:extLst>
      <p:ext uri="{BB962C8B-B14F-4D97-AF65-F5344CB8AC3E}">
        <p14:creationId xmlns:p14="http://schemas.microsoft.com/office/powerpoint/2010/main" val="28322747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so ku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Kuvan paikkamerkki 2"/>
          <p:cNvSpPr>
            <a:spLocks noGrp="1" noChangeAspect="1"/>
          </p:cNvSpPr>
          <p:nvPr>
            <p:ph type="pic" sz="quarter" idx="11" hasCustomPrompt="1"/>
          </p:nvPr>
        </p:nvSpPr>
        <p:spPr>
          <a:xfrm>
            <a:off x="247135" y="2004607"/>
            <a:ext cx="6912000" cy="4214962"/>
          </a:xfrm>
          <a:prstGeom prst="rect">
            <a:avLst/>
          </a:prstGeom>
          <a:noFill/>
        </p:spPr>
        <p:txBody>
          <a:bodyPr anchor="t"/>
          <a:lstStyle>
            <a:lvl1pPr marL="0" indent="0" algn="ctr">
              <a:buNone/>
              <a:defRPr sz="1800" baseline="0">
                <a:latin typeface="Arial"/>
                <a:ea typeface="TitilliumText22L" charset="0"/>
                <a:cs typeface="Arial"/>
              </a:defRPr>
            </a:lvl1pPr>
          </a:lstStyle>
          <a:p>
            <a:r>
              <a:rPr lang="fi-FI" dirty="0"/>
              <a:t>Paikka kuvalle</a:t>
            </a:r>
          </a:p>
        </p:txBody>
      </p:sp>
      <p:sp>
        <p:nvSpPr>
          <p:cNvPr id="11" name="Sisällön paikkamerkki 2"/>
          <p:cNvSpPr>
            <a:spLocks noGrp="1"/>
          </p:cNvSpPr>
          <p:nvPr>
            <p:ph sz="quarter" idx="12"/>
          </p:nvPr>
        </p:nvSpPr>
        <p:spPr>
          <a:xfrm>
            <a:off x="7298724" y="4061254"/>
            <a:ext cx="1441622" cy="215831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l">
              <a:buNone/>
              <a:defRPr sz="1600" b="0" i="0">
                <a:latin typeface="Arial"/>
                <a:ea typeface="TitilliumText22L Light" charset="0"/>
                <a:cs typeface="Arial"/>
              </a:defRPr>
            </a:lvl1pPr>
            <a:lvl2pPr>
              <a:defRPr sz="1600" b="0" i="0">
                <a:latin typeface="TitilliumText22L Light" charset="0"/>
                <a:ea typeface="TitilliumText22L Light" charset="0"/>
                <a:cs typeface="TitilliumText22L Light" charset="0"/>
              </a:defRPr>
            </a:lvl2pPr>
            <a:lvl3pPr>
              <a:defRPr sz="1600" b="0" i="0">
                <a:latin typeface="TitilliumText22L Light" charset="0"/>
                <a:ea typeface="TitilliumText22L Light" charset="0"/>
                <a:cs typeface="TitilliumText22L Light" charset="0"/>
              </a:defRPr>
            </a:lvl3pPr>
            <a:lvl4pPr>
              <a:defRPr sz="1600" b="0" i="0">
                <a:latin typeface="TitilliumText22L Light" charset="0"/>
                <a:ea typeface="TitilliumText22L Light" charset="0"/>
                <a:cs typeface="TitilliumText22L Light" charset="0"/>
              </a:defRPr>
            </a:lvl4pPr>
            <a:lvl5pPr>
              <a:defRPr sz="1600" b="0" i="0">
                <a:latin typeface="TitilliumText22L Light" charset="0"/>
                <a:ea typeface="TitilliumText22L Light" charset="0"/>
                <a:cs typeface="TitilliumText22L Light" charset="0"/>
              </a:defRPr>
            </a:lvl5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247135" y="463607"/>
            <a:ext cx="5761282" cy="1440392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ts val="3600"/>
              </a:lnSpc>
              <a:defRPr sz="3200" baseline="0">
                <a:latin typeface="Arial"/>
                <a:cs typeface="Arial"/>
              </a:defRPr>
            </a:lvl1pPr>
          </a:lstStyle>
          <a:p>
            <a:r>
              <a:rPr lang="fi-FI" dirty="0"/>
              <a:t>Kuvan otsikko </a:t>
            </a:r>
            <a:r>
              <a:rPr lang="fi-FI" dirty="0" err="1"/>
              <a:t>lorem</a:t>
            </a:r>
            <a:r>
              <a:rPr lang="fi-FI" dirty="0"/>
              <a:t> </a:t>
            </a:r>
            <a:r>
              <a:rPr lang="fi-FI" dirty="0" err="1"/>
              <a:t>ipsum</a:t>
            </a:r>
            <a:r>
              <a:rPr lang="fi-FI" dirty="0"/>
              <a:t> </a:t>
            </a:r>
            <a:r>
              <a:rPr lang="fi-FI" dirty="0" err="1"/>
              <a:t>Arial</a:t>
            </a:r>
            <a:r>
              <a:rPr lang="fi-FI" dirty="0"/>
              <a:t> 32/36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8033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va ja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/>
          <p:cNvSpPr>
            <a:spLocks noGrp="1"/>
          </p:cNvSpPr>
          <p:nvPr>
            <p:ph type="title" hasCustomPrompt="1"/>
          </p:nvPr>
        </p:nvSpPr>
        <p:spPr>
          <a:xfrm>
            <a:off x="4283676" y="947206"/>
            <a:ext cx="4473147" cy="1597771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ts val="3600"/>
              </a:lnSpc>
              <a:defRPr sz="3200" baseline="0">
                <a:latin typeface="Arial"/>
                <a:cs typeface="Arial"/>
              </a:defRPr>
            </a:lvl1pPr>
          </a:lstStyle>
          <a:p>
            <a:r>
              <a:rPr lang="fi-FI" dirty="0"/>
              <a:t>Otsikko </a:t>
            </a:r>
            <a:r>
              <a:rPr lang="fi-FI" dirty="0" err="1"/>
              <a:t>lorem</a:t>
            </a:r>
            <a:r>
              <a:rPr lang="fi-FI" dirty="0"/>
              <a:t> </a:t>
            </a:r>
            <a:r>
              <a:rPr lang="fi-FI" dirty="0" err="1"/>
              <a:t>ipsum</a:t>
            </a:r>
            <a:r>
              <a:rPr lang="fi-FI" dirty="0"/>
              <a:t> </a:t>
            </a:r>
            <a:r>
              <a:rPr lang="fi-FI" dirty="0" err="1"/>
              <a:t>Arial</a:t>
            </a:r>
            <a:r>
              <a:rPr lang="fi-FI" dirty="0"/>
              <a:t> 32/36</a:t>
            </a:r>
            <a:endParaRPr lang="en-US" dirty="0"/>
          </a:p>
        </p:txBody>
      </p:sp>
      <p:sp>
        <p:nvSpPr>
          <p:cNvPr id="9" name="Sisällön paikkamerkki 2"/>
          <p:cNvSpPr>
            <a:spLocks noGrp="1"/>
          </p:cNvSpPr>
          <p:nvPr>
            <p:ph sz="quarter" idx="12"/>
          </p:nvPr>
        </p:nvSpPr>
        <p:spPr>
          <a:xfrm>
            <a:off x="4283675" y="2709949"/>
            <a:ext cx="4473147" cy="355904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0" i="0">
                <a:latin typeface="Arial"/>
                <a:ea typeface="TitilliumText22L Light" charset="0"/>
                <a:cs typeface="Arial"/>
              </a:defRPr>
            </a:lvl1pPr>
            <a:lvl2pPr>
              <a:defRPr sz="1600" b="0" i="0">
                <a:latin typeface="Arial"/>
                <a:ea typeface="TitilliumText22L Light" charset="0"/>
                <a:cs typeface="Arial"/>
              </a:defRPr>
            </a:lvl2pPr>
            <a:lvl3pPr>
              <a:defRPr sz="1600" b="0" i="0">
                <a:latin typeface="Arial"/>
                <a:ea typeface="TitilliumText22L Light" charset="0"/>
                <a:cs typeface="Arial"/>
              </a:defRPr>
            </a:lvl3pPr>
            <a:lvl4pPr>
              <a:defRPr sz="1600" b="0" i="0">
                <a:latin typeface="Arial"/>
                <a:ea typeface="TitilliumText22L Light" charset="0"/>
                <a:cs typeface="Arial"/>
              </a:defRPr>
            </a:lvl4pPr>
            <a:lvl5pPr>
              <a:defRPr sz="1600" b="0" i="0">
                <a:latin typeface="Arial"/>
                <a:ea typeface="TitilliumText22L Light" charset="0"/>
                <a:cs typeface="Arial"/>
              </a:defRPr>
            </a:lvl5pPr>
          </a:lstStyle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fi-FI" dirty="0"/>
          </a:p>
        </p:txBody>
      </p:sp>
      <p:sp>
        <p:nvSpPr>
          <p:cNvPr id="10" name="Kuvan paikkamerkki 2"/>
          <p:cNvSpPr>
            <a:spLocks noGrp="1"/>
          </p:cNvSpPr>
          <p:nvPr>
            <p:ph type="pic" sz="quarter" idx="11" hasCustomPrompt="1"/>
          </p:nvPr>
        </p:nvSpPr>
        <p:spPr>
          <a:xfrm>
            <a:off x="247135" y="943236"/>
            <a:ext cx="3781167" cy="5325760"/>
          </a:xfrm>
          <a:prstGeom prst="rect">
            <a:avLst/>
          </a:prstGeom>
          <a:solidFill>
            <a:schemeClr val="bg1"/>
          </a:solidFill>
        </p:spPr>
        <p:txBody>
          <a:bodyPr anchor="t"/>
          <a:lstStyle>
            <a:lvl1pPr marL="0" indent="0" algn="ctr">
              <a:buNone/>
              <a:defRPr sz="1800" baseline="0">
                <a:latin typeface="Arial"/>
                <a:ea typeface="TitilliumText22L" charset="0"/>
                <a:cs typeface="Arial"/>
              </a:defRPr>
            </a:lvl1pPr>
          </a:lstStyle>
          <a:p>
            <a:r>
              <a:rPr lang="fi-FI" dirty="0"/>
              <a:t>Paikka kuvalle</a:t>
            </a:r>
          </a:p>
        </p:txBody>
      </p:sp>
    </p:spTree>
    <p:extLst>
      <p:ext uri="{BB962C8B-B14F-4D97-AF65-F5344CB8AC3E}">
        <p14:creationId xmlns:p14="http://schemas.microsoft.com/office/powerpoint/2010/main" val="777177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va + sisältö - ykkösvalin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uva 2">
            <a:extLst>
              <a:ext uri="{FF2B5EF4-FFF2-40B4-BE49-F238E27FC236}">
                <a16:creationId xmlns:a16="http://schemas.microsoft.com/office/drawing/2014/main" id="{483DE276-B9F3-49A3-A012-F8B91BA51C0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sp>
        <p:nvSpPr>
          <p:cNvPr id="5" name="Sisällön paikkamerkki 2">
            <a:extLst>
              <a:ext uri="{FF2B5EF4-FFF2-40B4-BE49-F238E27FC236}">
                <a16:creationId xmlns:a16="http://schemas.microsoft.com/office/drawing/2014/main" id="{DC2E2FDC-F3B3-41CF-AB6A-48494A762CA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275437" y="951548"/>
            <a:ext cx="4473147" cy="35705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0" i="0">
                <a:latin typeface="Arial"/>
                <a:ea typeface="TitilliumText22L Light" charset="0"/>
                <a:cs typeface="Arial"/>
              </a:defRPr>
            </a:lvl1pPr>
            <a:lvl2pPr>
              <a:defRPr sz="1600" b="0" i="0">
                <a:latin typeface="Arial"/>
                <a:ea typeface="TitilliumText22L Light" charset="0"/>
                <a:cs typeface="Arial"/>
              </a:defRPr>
            </a:lvl2pPr>
            <a:lvl3pPr>
              <a:defRPr sz="1600" b="0" i="0">
                <a:latin typeface="Arial"/>
                <a:ea typeface="TitilliumText22L Light" charset="0"/>
                <a:cs typeface="Arial"/>
              </a:defRPr>
            </a:lvl3pPr>
            <a:lvl4pPr>
              <a:defRPr sz="1600" b="0" i="0">
                <a:latin typeface="Arial"/>
                <a:ea typeface="TitilliumText22L Light" charset="0"/>
                <a:cs typeface="Arial"/>
              </a:defRPr>
            </a:lvl4pPr>
            <a:lvl5pPr>
              <a:defRPr sz="1600" b="0" i="0">
                <a:latin typeface="Arial"/>
                <a:ea typeface="TitilliumText22L Light" charset="0"/>
                <a:cs typeface="Arial"/>
              </a:defRPr>
            </a:lvl5pPr>
          </a:lstStyle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fi-FI" dirty="0"/>
          </a:p>
        </p:txBody>
      </p:sp>
      <p:sp>
        <p:nvSpPr>
          <p:cNvPr id="6" name="Kuvan paikkamerkki 2">
            <a:extLst>
              <a:ext uri="{FF2B5EF4-FFF2-40B4-BE49-F238E27FC236}">
                <a16:creationId xmlns:a16="http://schemas.microsoft.com/office/drawing/2014/main" id="{E8D99E9B-A051-45B4-883C-FC52D255B8C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47135" y="943236"/>
            <a:ext cx="3781167" cy="5325760"/>
          </a:xfrm>
          <a:prstGeom prst="rect">
            <a:avLst/>
          </a:prstGeom>
          <a:solidFill>
            <a:schemeClr val="bg1"/>
          </a:solidFill>
        </p:spPr>
        <p:txBody>
          <a:bodyPr anchor="t"/>
          <a:lstStyle>
            <a:lvl1pPr marL="0" indent="0" algn="ctr">
              <a:buNone/>
              <a:defRPr sz="1800" baseline="0">
                <a:latin typeface="Arial"/>
                <a:ea typeface="TitilliumText22L" charset="0"/>
                <a:cs typeface="Arial"/>
              </a:defRPr>
            </a:lvl1pPr>
          </a:lstStyle>
          <a:p>
            <a:r>
              <a:rPr lang="fi-FI" dirty="0"/>
              <a:t>Paikka kuvalle</a:t>
            </a:r>
          </a:p>
        </p:txBody>
      </p:sp>
      <p:sp>
        <p:nvSpPr>
          <p:cNvPr id="7" name="TextBox 10">
            <a:extLst>
              <a:ext uri="{FF2B5EF4-FFF2-40B4-BE49-F238E27FC236}">
                <a16:creationId xmlns:a16="http://schemas.microsoft.com/office/drawing/2014/main" id="{81555D7A-CF63-4EF4-9AB9-418A106F04E9}"/>
              </a:ext>
            </a:extLst>
          </p:cNvPr>
          <p:cNvSpPr txBox="1"/>
          <p:nvPr userDrawn="1"/>
        </p:nvSpPr>
        <p:spPr>
          <a:xfrm>
            <a:off x="7270101" y="6475102"/>
            <a:ext cx="15854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latin typeface="TitilliumText22L Light"/>
                <a:cs typeface="TitilliumText22L Light"/>
              </a:rPr>
              <a:t>KEUDA</a:t>
            </a:r>
            <a:r>
              <a:rPr lang="en-US" sz="800" baseline="0" dirty="0"/>
              <a:t> </a:t>
            </a:r>
            <a:r>
              <a:rPr lang="fi-FI" sz="800" b="0" i="0" u="none" strike="noStrike" kern="1200" baseline="100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•</a:t>
            </a:r>
            <a:r>
              <a:rPr lang="fi-FI" sz="800" b="0" i="0" u="none" strike="noStrike" kern="1200" baseline="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 </a:t>
            </a:r>
            <a:fld id="{682124FE-E830-FA47-9347-515BBA8263AC}" type="slidenum">
              <a:rPr lang="fi-FI" sz="800" b="0" i="0" u="none" strike="noStrike" kern="1200" baseline="0" smtClean="0">
                <a:solidFill>
                  <a:schemeClr val="tx1"/>
                </a:solidFill>
                <a:latin typeface="TitilliumText22L Light"/>
                <a:ea typeface="+mn-ea"/>
                <a:cs typeface="TitilliumText22L Light"/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dirty="0">
              <a:solidFill>
                <a:schemeClr val="tx1"/>
              </a:solidFill>
              <a:latin typeface="TitilliumText22L Light"/>
              <a:cs typeface="TitilliumText22L Light"/>
            </a:endParaRPr>
          </a:p>
        </p:txBody>
      </p:sp>
    </p:spTree>
    <p:extLst>
      <p:ext uri="{BB962C8B-B14F-4D97-AF65-F5344CB8AC3E}">
        <p14:creationId xmlns:p14="http://schemas.microsoft.com/office/powerpoint/2010/main" val="40548788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hteystiedot - ykkösvalin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uva 2">
            <a:extLst>
              <a:ext uri="{FF2B5EF4-FFF2-40B4-BE49-F238E27FC236}">
                <a16:creationId xmlns:a16="http://schemas.microsoft.com/office/drawing/2014/main" id="{483DE276-B9F3-49A3-A012-F8B91BA51C0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sp>
        <p:nvSpPr>
          <p:cNvPr id="8" name="Tekstiruutu 7">
            <a:extLst>
              <a:ext uri="{FF2B5EF4-FFF2-40B4-BE49-F238E27FC236}">
                <a16:creationId xmlns:a16="http://schemas.microsoft.com/office/drawing/2014/main" id="{BF8A0455-F601-4BA2-A012-9207EB26FC2C}"/>
              </a:ext>
            </a:extLst>
          </p:cNvPr>
          <p:cNvSpPr txBox="1"/>
          <p:nvPr userDrawn="1"/>
        </p:nvSpPr>
        <p:spPr>
          <a:xfrm>
            <a:off x="640080" y="1151452"/>
            <a:ext cx="5777346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i-FI" sz="2400" b="1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Kysyttävää hakemisesta?</a:t>
            </a:r>
            <a:endParaRPr lang="fi-FI" sz="2400" b="0" i="0" u="none" strike="noStrike" kern="1200" baseline="3000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rtl="0"/>
            <a:r>
              <a:rPr lang="fi-FI" sz="1600" b="1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Ota yhteyttä Hakupalveluihin</a:t>
            </a:r>
            <a:r>
              <a:rPr lang="fi-FI" sz="1600" b="0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</a:p>
          <a:p>
            <a:pPr rtl="0"/>
            <a:r>
              <a:rPr lang="fi-FI" sz="1600" b="0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040 174 5579, </a:t>
            </a:r>
            <a:br>
              <a:rPr lang="fi-FI" sz="1600" b="0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lang="fi-FI" sz="1600" b="0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hakupalvelut@keuda.fi</a:t>
            </a:r>
          </a:p>
          <a:p>
            <a:pPr rtl="0"/>
            <a:r>
              <a:rPr lang="fi-FI" sz="1600" b="0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Palvelemme myös chatissä keuda.fi.</a:t>
            </a:r>
          </a:p>
          <a:p>
            <a:pPr rtl="0"/>
            <a:endParaRPr lang="fi-FI" sz="1800" b="1" i="0" u="none" strike="noStrike" kern="1200" baseline="3000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rtl="0"/>
            <a:r>
              <a:rPr lang="fi-FI" sz="2400" b="1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Kiinnostaako oppisopimuskoulutus?</a:t>
            </a:r>
            <a:endParaRPr lang="fi-FI" sz="2400" b="0" i="0" u="none" strike="noStrike" kern="1200" baseline="3000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rtl="0"/>
            <a:r>
              <a:rPr lang="fi-FI" sz="1600" b="1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Ota yhteyttä Työelämäpalveluihin</a:t>
            </a:r>
            <a:r>
              <a:rPr lang="fi-FI" sz="1600" b="0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</a:p>
          <a:p>
            <a:pPr rtl="0"/>
            <a:r>
              <a:rPr lang="fi-FI" sz="1600" b="0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040 174 5627, </a:t>
            </a:r>
            <a:br>
              <a:rPr lang="fi-FI" sz="1600" b="0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lang="fi-FI" sz="1600" b="0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tyoelamapalvelut@keuda.fi</a:t>
            </a:r>
          </a:p>
          <a:p>
            <a:pPr rtl="0"/>
            <a:endParaRPr lang="fi-FI" sz="1800" b="0" i="0" u="none" strike="noStrike" kern="1200" baseline="3000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rtl="0"/>
            <a:r>
              <a:rPr lang="fi-FI" sz="2400" b="1" i="0" u="none" strike="noStrike" kern="1200" baseline="300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Keudan</a:t>
            </a:r>
            <a:r>
              <a:rPr lang="fi-FI" sz="2400" b="1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koulutusten yleisinfot</a:t>
            </a:r>
            <a:endParaRPr lang="fi-FI" sz="2400" b="0" i="0" u="none" strike="noStrike" kern="1200" baseline="3000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rtl="0"/>
            <a:r>
              <a:rPr lang="fi-FI" sz="1800" b="0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Parittomien viikkojen keskiviikkona klo 14 – 16 </a:t>
            </a:r>
            <a:br>
              <a:rPr lang="fi-FI" sz="1800" b="0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lang="fi-FI" sz="1800" b="0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osoitteessa Keskikatu 3A, Kerava.</a:t>
            </a:r>
            <a:endParaRPr lang="fi-FI" sz="1800" b="1" i="0" u="none" strike="noStrike" kern="1200" baseline="3000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rtl="0"/>
            <a:endParaRPr lang="fi-FI" sz="1800" b="1" i="0" u="none" strike="noStrike" kern="1200" baseline="3000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rtl="0"/>
            <a:r>
              <a:rPr lang="fi-FI" sz="2400" b="1" i="0" u="none" strike="noStrike" kern="1200" baseline="300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Keudaan</a:t>
            </a:r>
            <a:r>
              <a:rPr lang="fi-FI" sz="2400" b="1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tutustumaan? </a:t>
            </a:r>
          </a:p>
          <a:p>
            <a:pPr rtl="0"/>
            <a:r>
              <a:rPr lang="fi-FI" sz="1800" b="0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Katso päivittyvä lista avoimista ovista, infoista ja </a:t>
            </a:r>
            <a:br>
              <a:rPr lang="fi-FI" sz="1800" b="0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lang="fi-FI" sz="1800" b="0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muista tapahtumista osoitteessa </a:t>
            </a:r>
            <a:r>
              <a:rPr lang="fi-FI" sz="1800" b="1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keuda.fi/infot</a:t>
            </a:r>
          </a:p>
          <a:p>
            <a:pPr rtl="0"/>
            <a:endParaRPr lang="fi-FI" sz="1800" b="1" i="0" u="none" strike="noStrike" kern="1200" baseline="3000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rtl="0"/>
            <a:endParaRPr lang="fi-FI" sz="1800" b="1" i="0" u="none" strike="noStrike" kern="1200" baseline="3000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rtl="0"/>
            <a:r>
              <a:rPr lang="fi-FI" sz="1800" b="0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#ykkösvalinta  </a:t>
            </a:r>
          </a:p>
          <a:p>
            <a:pPr rtl="0"/>
            <a:r>
              <a:rPr lang="fi-FI" sz="1800" b="0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www.keuda.fi</a:t>
            </a:r>
          </a:p>
          <a:p>
            <a:endParaRPr lang="fi-FI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10">
            <a:extLst>
              <a:ext uri="{FF2B5EF4-FFF2-40B4-BE49-F238E27FC236}">
                <a16:creationId xmlns:a16="http://schemas.microsoft.com/office/drawing/2014/main" id="{886727D7-5BF9-4FEE-AD3B-148F54785AC3}"/>
              </a:ext>
            </a:extLst>
          </p:cNvPr>
          <p:cNvSpPr txBox="1"/>
          <p:nvPr userDrawn="1"/>
        </p:nvSpPr>
        <p:spPr>
          <a:xfrm>
            <a:off x="7270101" y="6475102"/>
            <a:ext cx="15854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latin typeface="TitilliumText22L Light"/>
                <a:cs typeface="TitilliumText22L Light"/>
              </a:rPr>
              <a:t>KEUDA</a:t>
            </a:r>
            <a:r>
              <a:rPr lang="en-US" sz="800" baseline="0" dirty="0"/>
              <a:t> </a:t>
            </a:r>
            <a:r>
              <a:rPr lang="fi-FI" sz="800" b="0" i="0" u="none" strike="noStrike" kern="1200" baseline="100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•</a:t>
            </a:r>
            <a:r>
              <a:rPr lang="fi-FI" sz="800" b="0" i="0" u="none" strike="noStrike" kern="1200" baseline="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 </a:t>
            </a:r>
            <a:fld id="{682124FE-E830-FA47-9347-515BBA8263AC}" type="slidenum">
              <a:rPr lang="fi-FI" sz="800" b="0" i="0" u="none" strike="noStrike" kern="1200" baseline="0" smtClean="0">
                <a:solidFill>
                  <a:schemeClr val="tx1"/>
                </a:solidFill>
                <a:latin typeface="TitilliumText22L Light"/>
                <a:ea typeface="+mn-ea"/>
                <a:cs typeface="TitilliumText22L Light"/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dirty="0">
              <a:solidFill>
                <a:schemeClr val="tx1"/>
              </a:solidFill>
              <a:latin typeface="TitilliumText22L Light"/>
              <a:cs typeface="TitilliumText22L Light"/>
            </a:endParaRPr>
          </a:p>
        </p:txBody>
      </p:sp>
    </p:spTree>
    <p:extLst>
      <p:ext uri="{BB962C8B-B14F-4D97-AF65-F5344CB8AC3E}">
        <p14:creationId xmlns:p14="http://schemas.microsoft.com/office/powerpoint/2010/main" val="3890448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rtta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uva 2">
            <a:extLst>
              <a:ext uri="{FF2B5EF4-FFF2-40B4-BE49-F238E27FC236}">
                <a16:creationId xmlns:a16="http://schemas.microsoft.com/office/drawing/2014/main" id="{8AB97C95-E635-4200-B163-54DAC764B7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pic>
        <p:nvPicPr>
          <p:cNvPr id="4" name="Kuva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0663" y="996490"/>
            <a:ext cx="4072478" cy="5609394"/>
          </a:xfrm>
          <a:prstGeom prst="rect">
            <a:avLst/>
          </a:prstGeom>
        </p:spPr>
      </p:pic>
      <p:sp>
        <p:nvSpPr>
          <p:cNvPr id="6" name="Tekstiruutu 5">
            <a:extLst>
              <a:ext uri="{FF2B5EF4-FFF2-40B4-BE49-F238E27FC236}">
                <a16:creationId xmlns:a16="http://schemas.microsoft.com/office/drawing/2014/main" id="{000F45F4-BC06-4C0F-93B5-E159DC2EDFDB}"/>
              </a:ext>
            </a:extLst>
          </p:cNvPr>
          <p:cNvSpPr txBox="1"/>
          <p:nvPr userDrawn="1"/>
        </p:nvSpPr>
        <p:spPr>
          <a:xfrm>
            <a:off x="590205" y="1485231"/>
            <a:ext cx="5777346" cy="32213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i-FI" sz="3200" b="1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KEUDA</a:t>
            </a:r>
            <a:endParaRPr lang="fi-FI" sz="3200" b="0" i="0" u="none" strike="noStrike" kern="1200" baseline="3000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rtl="0"/>
            <a:r>
              <a:rPr lang="fi-FI" sz="1800" b="0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Toteutamme opiskelijoille ja työelämälle yksilöllisiä, </a:t>
            </a:r>
            <a:br>
              <a:rPr lang="fi-FI" sz="1800" b="0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lang="fi-FI" sz="1800" b="0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vetovoimaisia  koulutus- ja kehittämispalveluja.</a:t>
            </a:r>
          </a:p>
          <a:p>
            <a:pPr rtl="0"/>
            <a:endParaRPr lang="fi-FI" sz="1800" b="1" i="0" u="none" strike="noStrike" kern="1200" baseline="3000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rtl="0"/>
            <a:r>
              <a:rPr lang="fi-FI" sz="2400" b="1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Opetus- ja koulutuspalvelut</a:t>
            </a:r>
          </a:p>
          <a:p>
            <a:pPr rtl="0"/>
            <a:r>
              <a:rPr lang="fi-FI" sz="2400" b="1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Työelämäpalvelut</a:t>
            </a:r>
            <a:endParaRPr lang="fi-FI" sz="2400" b="0" i="0" u="none" strike="noStrike" kern="1200" baseline="3000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rtl="0"/>
            <a:endParaRPr lang="fi-FI" sz="1800" b="0" i="0" u="none" strike="noStrike" kern="1200" baseline="3000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i-FI" sz="1800" b="1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Koulutustarjontamme kattaa kaikki koulutusalat:</a:t>
            </a:r>
          </a:p>
          <a:p>
            <a:pPr rtl="0"/>
            <a:r>
              <a:rPr lang="fi-FI" sz="1800" b="0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Auto- ja logistiikkapalvelut</a:t>
            </a:r>
          </a:p>
          <a:p>
            <a:pPr rtl="0"/>
            <a:r>
              <a:rPr lang="fi-FI" sz="1800" b="0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Hyvinvointipalvelut</a:t>
            </a:r>
          </a:p>
          <a:p>
            <a:pPr rtl="0"/>
            <a:r>
              <a:rPr lang="fi-FI" sz="1800" b="0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Liike-elämän palvelut</a:t>
            </a:r>
          </a:p>
          <a:p>
            <a:pPr rtl="0"/>
            <a:r>
              <a:rPr lang="fi-FI" sz="1800" b="0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Luonnonvara- ja ympäristöpalvelut</a:t>
            </a:r>
          </a:p>
          <a:p>
            <a:pPr rtl="0"/>
            <a:r>
              <a:rPr lang="fi-FI" sz="1800" b="0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Palvelualat</a:t>
            </a:r>
          </a:p>
          <a:p>
            <a:pPr rtl="0"/>
            <a:r>
              <a:rPr lang="fi-FI" sz="1800" b="0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Teknologia- ja rakentamispalvelut</a:t>
            </a:r>
          </a:p>
          <a:p>
            <a:endParaRPr lang="fi-FI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10">
            <a:extLst>
              <a:ext uri="{FF2B5EF4-FFF2-40B4-BE49-F238E27FC236}">
                <a16:creationId xmlns:a16="http://schemas.microsoft.com/office/drawing/2014/main" id="{A7953638-5DFE-4A4A-91AA-B825B3CD5B5A}"/>
              </a:ext>
            </a:extLst>
          </p:cNvPr>
          <p:cNvSpPr txBox="1"/>
          <p:nvPr userDrawn="1"/>
        </p:nvSpPr>
        <p:spPr>
          <a:xfrm>
            <a:off x="7270101" y="6475102"/>
            <a:ext cx="15854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latin typeface="TitilliumText22L Light"/>
                <a:cs typeface="TitilliumText22L Light"/>
              </a:rPr>
              <a:t>KEUDA</a:t>
            </a:r>
            <a:r>
              <a:rPr lang="en-US" sz="800" baseline="0" dirty="0"/>
              <a:t> </a:t>
            </a:r>
            <a:r>
              <a:rPr lang="fi-FI" sz="800" b="0" i="0" u="none" strike="noStrike" kern="1200" baseline="100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•</a:t>
            </a:r>
            <a:r>
              <a:rPr lang="fi-FI" sz="800" b="0" i="0" u="none" strike="noStrike" kern="1200" baseline="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 </a:t>
            </a:r>
            <a:fld id="{682124FE-E830-FA47-9347-515BBA8263AC}" type="slidenum">
              <a:rPr lang="fi-FI" sz="800" b="0" i="0" u="none" strike="noStrike" kern="1200" baseline="0" smtClean="0">
                <a:solidFill>
                  <a:schemeClr val="tx1"/>
                </a:solidFill>
                <a:latin typeface="TitilliumText22L Light"/>
                <a:ea typeface="+mn-ea"/>
                <a:cs typeface="TitilliumText22L Light"/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dirty="0">
              <a:solidFill>
                <a:schemeClr val="tx1"/>
              </a:solidFill>
              <a:latin typeface="TitilliumText22L Light"/>
              <a:cs typeface="TitilliumText22L Light"/>
            </a:endParaRPr>
          </a:p>
        </p:txBody>
      </p:sp>
    </p:spTree>
    <p:extLst>
      <p:ext uri="{BB962C8B-B14F-4D97-AF65-F5344CB8AC3E}">
        <p14:creationId xmlns:p14="http://schemas.microsoft.com/office/powerpoint/2010/main" val="1561437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kautettu asette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1323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Kuva 5">
            <a:extLst>
              <a:ext uri="{FF2B5EF4-FFF2-40B4-BE49-F238E27FC236}">
                <a16:creationId xmlns:a16="http://schemas.microsoft.com/office/drawing/2014/main" id="{9E241046-3378-4DA4-96C2-F167FE837D50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1"/>
            <a:ext cx="9144000" cy="685799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70101" y="6475102"/>
            <a:ext cx="15854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latin typeface="TitilliumText22L Light"/>
                <a:cs typeface="TitilliumText22L Light"/>
              </a:rPr>
              <a:t>KEUDA</a:t>
            </a:r>
            <a:r>
              <a:rPr lang="en-US" sz="800" baseline="0" dirty="0"/>
              <a:t> </a:t>
            </a:r>
            <a:r>
              <a:rPr lang="fi-FI" sz="800" b="0" i="0" u="none" strike="noStrike" kern="1200" baseline="100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•</a:t>
            </a:r>
            <a:r>
              <a:rPr lang="fi-FI" sz="800" b="0" i="0" u="none" strike="noStrike" kern="1200" baseline="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 </a:t>
            </a:r>
            <a:fld id="{682124FE-E830-FA47-9347-515BBA8263AC}" type="slidenum">
              <a:rPr lang="fi-FI" sz="800" b="0" i="0" u="none" strike="noStrike" kern="1200" baseline="0" smtClean="0">
                <a:solidFill>
                  <a:schemeClr val="tx1"/>
                </a:solidFill>
                <a:latin typeface="TitilliumText22L Light"/>
                <a:ea typeface="+mn-ea"/>
                <a:cs typeface="TitilliumText22L Light"/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dirty="0">
              <a:solidFill>
                <a:schemeClr val="tx1"/>
              </a:solidFill>
              <a:latin typeface="TitilliumText22L Light"/>
              <a:cs typeface="TitilliumText22L Light"/>
            </a:endParaRPr>
          </a:p>
        </p:txBody>
      </p:sp>
    </p:spTree>
    <p:extLst>
      <p:ext uri="{BB962C8B-B14F-4D97-AF65-F5344CB8AC3E}">
        <p14:creationId xmlns:p14="http://schemas.microsoft.com/office/powerpoint/2010/main" val="4195480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723" r:id="rId2"/>
    <p:sldLayoutId id="2147483720" r:id="rId3"/>
    <p:sldLayoutId id="2147483707" r:id="rId4"/>
    <p:sldLayoutId id="2147483726" r:id="rId5"/>
    <p:sldLayoutId id="2147483721" r:id="rId6"/>
    <p:sldLayoutId id="2147483718" r:id="rId7"/>
    <p:sldLayoutId id="2147483724" r:id="rId8"/>
    <p:sldLayoutId id="2147483725" r:id="rId9"/>
    <p:sldLayoutId id="2147483722" r:id="rId10"/>
    <p:sldLayoutId id="2147483727" r:id="rId11"/>
  </p:sldLayoutIdLst>
  <p:txStyles>
    <p:titleStyle>
      <a:lvl1pPr algn="l" defTabSz="457200" rtl="0" eaLnBrk="1" latinLnBrk="0" hangingPunct="1">
        <a:lnSpc>
          <a:spcPts val="3200"/>
        </a:lnSpc>
        <a:spcBef>
          <a:spcPct val="0"/>
        </a:spcBef>
        <a:buNone/>
        <a:defRPr sz="2800" b="0" i="0" kern="1200">
          <a:solidFill>
            <a:schemeClr val="tx1"/>
          </a:solidFill>
          <a:latin typeface="Arial"/>
          <a:ea typeface="TitilliumText22L Light" charset="0"/>
          <a:cs typeface="Arial"/>
        </a:defRPr>
      </a:lvl1pPr>
    </p:titleStyle>
    <p:bodyStyle>
      <a:lvl1pPr marL="342900" indent="-342900" algn="l" defTabSz="457200" rtl="0" eaLnBrk="1" latinLnBrk="0" hangingPunct="1">
        <a:lnSpc>
          <a:spcPts val="2000"/>
        </a:lnSpc>
        <a:spcBef>
          <a:spcPts val="600"/>
        </a:spcBef>
        <a:buFont typeface="Arial"/>
        <a:buChar char="•"/>
        <a:defRPr sz="1600" b="0" i="0" kern="1200">
          <a:solidFill>
            <a:schemeClr val="tx1"/>
          </a:solidFill>
          <a:latin typeface="Arial"/>
          <a:ea typeface="TitilliumText22L Light" charset="0"/>
          <a:cs typeface="Arial"/>
        </a:defRPr>
      </a:lvl1pPr>
      <a:lvl2pPr marL="742950" indent="-285750" algn="l" defTabSz="457200" rtl="0" eaLnBrk="1" latinLnBrk="0" hangingPunct="1">
        <a:lnSpc>
          <a:spcPts val="2000"/>
        </a:lnSpc>
        <a:spcBef>
          <a:spcPts val="600"/>
        </a:spcBef>
        <a:buFont typeface="Arial"/>
        <a:buChar char="–"/>
        <a:defRPr sz="1600" b="0" i="0" kern="1200">
          <a:solidFill>
            <a:schemeClr val="tx1"/>
          </a:solidFill>
          <a:latin typeface="Arial"/>
          <a:ea typeface="TitilliumText22L Light" charset="0"/>
          <a:cs typeface="Arial"/>
        </a:defRPr>
      </a:lvl2pPr>
      <a:lvl3pPr marL="1143000" indent="-228600" algn="l" defTabSz="457200" rtl="0" eaLnBrk="1" latinLnBrk="0" hangingPunct="1">
        <a:lnSpc>
          <a:spcPts val="2000"/>
        </a:lnSpc>
        <a:spcBef>
          <a:spcPts val="600"/>
        </a:spcBef>
        <a:buFont typeface="Arial"/>
        <a:buChar char="•"/>
        <a:defRPr sz="1600" b="0" i="0" kern="1200">
          <a:solidFill>
            <a:schemeClr val="tx1"/>
          </a:solidFill>
          <a:latin typeface="Arial"/>
          <a:ea typeface="TitilliumText22L Light" charset="0"/>
          <a:cs typeface="Arial"/>
        </a:defRPr>
      </a:lvl3pPr>
      <a:lvl4pPr marL="1600200" indent="-228600" algn="l" defTabSz="457200" rtl="0" eaLnBrk="1" latinLnBrk="0" hangingPunct="1">
        <a:lnSpc>
          <a:spcPts val="2000"/>
        </a:lnSpc>
        <a:spcBef>
          <a:spcPts val="600"/>
        </a:spcBef>
        <a:buFont typeface="Arial"/>
        <a:buChar char="–"/>
        <a:defRPr sz="1600" b="0" i="0" kern="1200">
          <a:solidFill>
            <a:schemeClr val="tx1"/>
          </a:solidFill>
          <a:latin typeface="Arial"/>
          <a:ea typeface="TitilliumText22L Light" charset="0"/>
          <a:cs typeface="Arial"/>
        </a:defRPr>
      </a:lvl4pPr>
      <a:lvl5pPr marL="2057400" indent="-228600" algn="l" defTabSz="457200" rtl="0" eaLnBrk="1" latinLnBrk="0" hangingPunct="1">
        <a:lnSpc>
          <a:spcPts val="2000"/>
        </a:lnSpc>
        <a:spcBef>
          <a:spcPts val="600"/>
        </a:spcBef>
        <a:buFont typeface="Arial"/>
        <a:buChar char="»"/>
        <a:defRPr sz="1600" b="0" i="0" kern="1200">
          <a:solidFill>
            <a:schemeClr val="tx1"/>
          </a:solidFill>
          <a:latin typeface="Arial"/>
          <a:ea typeface="TitilliumText22L Light" charset="0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515E736C-2297-7045-8CA5-2971B118E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T1-tason ohjelmointi C#-kielellä</a:t>
            </a:r>
          </a:p>
        </p:txBody>
      </p:sp>
    </p:spTree>
    <p:extLst>
      <p:ext uri="{BB962C8B-B14F-4D97-AF65-F5344CB8AC3E}">
        <p14:creationId xmlns:p14="http://schemas.microsoft.com/office/powerpoint/2010/main" val="361594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tsikko 2">
            <a:extLst>
              <a:ext uri="{FF2B5EF4-FFF2-40B4-BE49-F238E27FC236}">
                <a16:creationId xmlns:a16="http://schemas.microsoft.com/office/drawing/2014/main" id="{532DCC47-814E-2D43-AE2F-BC841CCB7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918" y="13569"/>
            <a:ext cx="5761282" cy="1440392"/>
          </a:xfrm>
        </p:spPr>
        <p:txBody>
          <a:bodyPr/>
          <a:lstStyle/>
          <a:p>
            <a:r>
              <a:rPr lang="fi-FI" dirty="0"/>
              <a:t>5. Harjoitus - järjestys</a:t>
            </a:r>
          </a:p>
        </p:txBody>
      </p:sp>
      <p:sp>
        <p:nvSpPr>
          <p:cNvPr id="4" name="Sisällön paikkamerkki 3">
            <a:extLst>
              <a:ext uri="{FF2B5EF4-FFF2-40B4-BE49-F238E27FC236}">
                <a16:creationId xmlns:a16="http://schemas.microsoft.com/office/drawing/2014/main" id="{48F2C5E2-B753-3649-B864-4627DC4F7E7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91918" y="1560443"/>
            <a:ext cx="8352082" cy="5283987"/>
          </a:xfrm>
        </p:spPr>
        <p:txBody>
          <a:bodyPr/>
          <a:lstStyle/>
          <a:p>
            <a:r>
              <a:rPr lang="fi-FI" dirty="0"/>
              <a:t>Luo uusi projekti ja anna sille nimeksi </a:t>
            </a:r>
            <a:r>
              <a:rPr lang="fi-FI" dirty="0" err="1"/>
              <a:t>LukujenJarjestys</a:t>
            </a:r>
            <a:endParaRPr lang="fi-FI" dirty="0"/>
          </a:p>
          <a:p>
            <a:r>
              <a:rPr lang="fi-FI" dirty="0"/>
              <a:t>Anna lomakkeelle tekstiksi Lukujen järjestys ja nimeksi </a:t>
            </a:r>
            <a:r>
              <a:rPr lang="fi-FI" dirty="0" err="1"/>
              <a:t>LukujenJarjestys</a:t>
            </a:r>
            <a:endParaRPr lang="fi-FI" dirty="0"/>
          </a:p>
          <a:p>
            <a:r>
              <a:rPr lang="fi-FI" dirty="0"/>
              <a:t>Lisää </a:t>
            </a:r>
            <a:r>
              <a:rPr lang="fi-FI" dirty="0" err="1"/>
              <a:t>Label</a:t>
            </a:r>
            <a:r>
              <a:rPr lang="fi-FI" dirty="0"/>
              <a:t> ja anna sille tekstiksi ”Anna luku (-999 lopetus):”</a:t>
            </a:r>
          </a:p>
          <a:p>
            <a:r>
              <a:rPr lang="fi-FI" dirty="0"/>
              <a:t>Lisää tekstikenttä ja anna sille nimeksi </a:t>
            </a:r>
            <a:r>
              <a:rPr lang="fi-FI" dirty="0" err="1"/>
              <a:t>uusiLukuTB</a:t>
            </a:r>
            <a:endParaRPr lang="fi-FI" dirty="0"/>
          </a:p>
          <a:p>
            <a:r>
              <a:rPr lang="fi-FI" dirty="0"/>
              <a:t>Lisää vielä piilotettu </a:t>
            </a:r>
            <a:r>
              <a:rPr lang="fi-FI" dirty="0" err="1"/>
              <a:t>Label</a:t>
            </a:r>
            <a:r>
              <a:rPr lang="fi-FI" dirty="0"/>
              <a:t> vastaus, johon tulostat vastauksen ja nimeä se </a:t>
            </a:r>
            <a:r>
              <a:rPr lang="fi-FI" dirty="0" err="1"/>
              <a:t>VastausLB</a:t>
            </a:r>
            <a:endParaRPr lang="fi-FI" dirty="0"/>
          </a:p>
          <a:p>
            <a:r>
              <a:rPr lang="fi-FI" dirty="0"/>
              <a:t>Valitse tämän jälkeen </a:t>
            </a:r>
            <a:r>
              <a:rPr lang="fi-FI" dirty="0" err="1"/>
              <a:t>uusiLukuTB</a:t>
            </a:r>
            <a:r>
              <a:rPr lang="fi-FI" dirty="0"/>
              <a:t> ja  </a:t>
            </a:r>
            <a:r>
              <a:rPr lang="fi-FI" dirty="0" err="1"/>
              <a:t>Properties</a:t>
            </a:r>
            <a:r>
              <a:rPr lang="fi-FI" dirty="0"/>
              <a:t>-ikkunasta salaman kuva</a:t>
            </a:r>
          </a:p>
          <a:p>
            <a:r>
              <a:rPr lang="fi-FI" dirty="0" err="1"/>
              <a:t>Kaksoisnapauta</a:t>
            </a:r>
            <a:r>
              <a:rPr lang="fi-FI" dirty="0"/>
              <a:t> </a:t>
            </a:r>
            <a:r>
              <a:rPr lang="fi-FI" dirty="0" err="1"/>
              <a:t>KeyPress</a:t>
            </a:r>
            <a:r>
              <a:rPr lang="fi-FI" dirty="0"/>
              <a:t>-kohdan perässä, jotta pääset koodaamaan ko. kohtaa ja määritellään, että Enterin painallus lisää jonoon, -999 järjestää jonon ja tulostaa sen vastaus-</a:t>
            </a:r>
            <a:r>
              <a:rPr lang="fi-FI" dirty="0" err="1"/>
              <a:t>labeliin</a:t>
            </a:r>
            <a:endParaRPr lang="fi-FI" dirty="0"/>
          </a:p>
          <a:p>
            <a:endParaRPr lang="fi-FI" dirty="0"/>
          </a:p>
          <a:p>
            <a:endParaRPr lang="fi-FI" dirty="0"/>
          </a:p>
          <a:p>
            <a:endParaRPr lang="fi-FI" dirty="0"/>
          </a:p>
        </p:txBody>
      </p:sp>
      <p:pic>
        <p:nvPicPr>
          <p:cNvPr id="5" name="Kuva 4">
            <a:extLst>
              <a:ext uri="{FF2B5EF4-FFF2-40B4-BE49-F238E27FC236}">
                <a16:creationId xmlns:a16="http://schemas.microsoft.com/office/drawing/2014/main" id="{278C9266-A20B-484A-8291-080DE829E1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8660" y="3169478"/>
            <a:ext cx="330200" cy="279400"/>
          </a:xfrm>
          <a:prstGeom prst="rect">
            <a:avLst/>
          </a:prstGeom>
        </p:spPr>
      </p:pic>
      <p:pic>
        <p:nvPicPr>
          <p:cNvPr id="6" name="Kuva 5">
            <a:extLst>
              <a:ext uri="{FF2B5EF4-FFF2-40B4-BE49-F238E27FC236}">
                <a16:creationId xmlns:a16="http://schemas.microsoft.com/office/drawing/2014/main" id="{D5F7F5F9-9B8E-2949-800F-AFA2626870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2700" y="4564269"/>
            <a:ext cx="4000500" cy="162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195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Kuva 6">
            <a:extLst>
              <a:ext uri="{FF2B5EF4-FFF2-40B4-BE49-F238E27FC236}">
                <a16:creationId xmlns:a16="http://schemas.microsoft.com/office/drawing/2014/main" id="{59E87E87-736D-3644-A475-EDB62776B3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817"/>
            <a:ext cx="5325781" cy="6858000"/>
          </a:xfrm>
          <a:prstGeom prst="rect">
            <a:avLst/>
          </a:prstGeom>
        </p:spPr>
      </p:pic>
      <p:sp>
        <p:nvSpPr>
          <p:cNvPr id="2" name="Otsikko 1">
            <a:extLst>
              <a:ext uri="{FF2B5EF4-FFF2-40B4-BE49-F238E27FC236}">
                <a16:creationId xmlns:a16="http://schemas.microsoft.com/office/drawing/2014/main" id="{88CD5242-E799-4E84-802A-6CDF56753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3070" y="496956"/>
            <a:ext cx="3641035" cy="713064"/>
          </a:xfrm>
        </p:spPr>
        <p:txBody>
          <a:bodyPr>
            <a:normAutofit fontScale="90000"/>
          </a:bodyPr>
          <a:lstStyle/>
          <a:p>
            <a:r>
              <a:rPr lang="fi-FI" dirty="0"/>
              <a:t>5. Harjoitus – koodi</a:t>
            </a:r>
            <a:br>
              <a:rPr lang="fi-FI" dirty="0"/>
            </a:br>
            <a:r>
              <a:rPr lang="fi-FI" dirty="0"/>
              <a:t>ja video</a:t>
            </a:r>
          </a:p>
        </p:txBody>
      </p:sp>
      <p:sp>
        <p:nvSpPr>
          <p:cNvPr id="8" name="Tekstiruutu 7">
            <a:extLst>
              <a:ext uri="{FF2B5EF4-FFF2-40B4-BE49-F238E27FC236}">
                <a16:creationId xmlns:a16="http://schemas.microsoft.com/office/drawing/2014/main" id="{AC648F15-3DC3-2A4E-B470-283E5E48F732}"/>
              </a:ext>
            </a:extLst>
          </p:cNvPr>
          <p:cNvSpPr txBox="1"/>
          <p:nvPr/>
        </p:nvSpPr>
        <p:spPr>
          <a:xfrm>
            <a:off x="4840357" y="2286000"/>
            <a:ext cx="39955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/>
              <a:t>Videolinkki: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 dirty="0" err="1"/>
              <a:t>https</a:t>
            </a:r>
            <a:r>
              <a:rPr lang="fi-FI" dirty="0"/>
              <a:t>://</a:t>
            </a:r>
            <a:r>
              <a:rPr lang="fi-FI" dirty="0" err="1"/>
              <a:t>youtu.be</a:t>
            </a:r>
            <a:r>
              <a:rPr lang="fi-FI" dirty="0"/>
              <a:t>/II79szfrdso</a:t>
            </a:r>
          </a:p>
        </p:txBody>
      </p:sp>
    </p:spTree>
    <p:extLst>
      <p:ext uri="{BB962C8B-B14F-4D97-AF65-F5344CB8AC3E}">
        <p14:creationId xmlns:p14="http://schemas.microsoft.com/office/powerpoint/2010/main" val="5762368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938E433B-3091-894E-92AC-324A48D0A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918" y="0"/>
            <a:ext cx="5761282" cy="695739"/>
          </a:xfrm>
        </p:spPr>
        <p:txBody>
          <a:bodyPr/>
          <a:lstStyle/>
          <a:p>
            <a:r>
              <a:rPr lang="fi-FI" dirty="0"/>
              <a:t>6. Harjoitus salasana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44B3ABE6-F9DA-2445-B97A-86C482528DD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91918" y="785191"/>
            <a:ext cx="7487378" cy="6072809"/>
          </a:xfrm>
        </p:spPr>
        <p:txBody>
          <a:bodyPr/>
          <a:lstStyle/>
          <a:p>
            <a:r>
              <a:rPr lang="fi-FI" dirty="0"/>
              <a:t>Luo uusi projekti ja anna sille nimeksi </a:t>
            </a:r>
            <a:r>
              <a:rPr lang="fi-FI" dirty="0" err="1"/>
              <a:t>SalasananTarkastus</a:t>
            </a:r>
            <a:endParaRPr lang="fi-FI" dirty="0"/>
          </a:p>
          <a:p>
            <a:r>
              <a:rPr lang="fi-FI" dirty="0"/>
              <a:t>Anna lomakkeelle tekstiksi Salasanan tarkastus ja nimeksi </a:t>
            </a:r>
            <a:r>
              <a:rPr lang="fi-FI" dirty="0" err="1"/>
              <a:t>SalasanaForm</a:t>
            </a:r>
            <a:endParaRPr lang="fi-FI" dirty="0"/>
          </a:p>
          <a:p>
            <a:r>
              <a:rPr lang="fi-FI" dirty="0"/>
              <a:t>Mene työkalupalkkiin nimeltä </a:t>
            </a:r>
            <a:r>
              <a:rPr lang="fi-FI" dirty="0" err="1"/>
              <a:t>Containers</a:t>
            </a:r>
            <a:r>
              <a:rPr lang="fi-FI" dirty="0"/>
              <a:t> ja vedä </a:t>
            </a:r>
            <a:r>
              <a:rPr lang="fi-FI" dirty="0" err="1"/>
              <a:t>Panel</a:t>
            </a:r>
            <a:r>
              <a:rPr lang="fi-FI" dirty="0"/>
              <a:t> lomakkeelle ja anna sille nimeksi </a:t>
            </a:r>
            <a:r>
              <a:rPr lang="fi-FI" dirty="0" err="1"/>
              <a:t>SalasanaPanel</a:t>
            </a:r>
            <a:endParaRPr lang="fi-FI" dirty="0"/>
          </a:p>
          <a:p>
            <a:r>
              <a:rPr lang="fi-FI" dirty="0"/>
              <a:t>Paina </a:t>
            </a:r>
            <a:r>
              <a:rPr lang="fi-FI" dirty="0" err="1"/>
              <a:t>panelin</a:t>
            </a:r>
            <a:r>
              <a:rPr lang="fi-FI" dirty="0"/>
              <a:t> oikeasta yläkulmasta nuolta ja valitse ”</a:t>
            </a:r>
            <a:r>
              <a:rPr lang="fi-FI" dirty="0" err="1"/>
              <a:t>Dock</a:t>
            </a:r>
            <a:r>
              <a:rPr lang="fi-FI" dirty="0"/>
              <a:t> in </a:t>
            </a:r>
            <a:r>
              <a:rPr lang="fi-FI" dirty="0" err="1"/>
              <a:t>Parent</a:t>
            </a:r>
            <a:r>
              <a:rPr lang="fi-FI" dirty="0"/>
              <a:t> </a:t>
            </a:r>
            <a:r>
              <a:rPr lang="fi-FI" dirty="0" err="1"/>
              <a:t>Container</a:t>
            </a:r>
            <a:r>
              <a:rPr lang="fi-FI" dirty="0"/>
              <a:t>”, jotta se on saman kokoinen, kuin lomakekin</a:t>
            </a:r>
          </a:p>
          <a:p>
            <a:r>
              <a:rPr lang="fi-FI" dirty="0"/>
              <a:t>Vaihda taustan väriksi </a:t>
            </a:r>
            <a:r>
              <a:rPr lang="fi-FI" dirty="0" err="1"/>
              <a:t>MidnightBlue</a:t>
            </a:r>
            <a:r>
              <a:rPr lang="fi-FI" dirty="0"/>
              <a:t> (</a:t>
            </a:r>
            <a:r>
              <a:rPr lang="fi-FI" dirty="0" err="1"/>
              <a:t>WebColor</a:t>
            </a:r>
            <a:r>
              <a:rPr lang="fi-FI" dirty="0"/>
              <a:t>) ja edustan väriksi Gold (</a:t>
            </a:r>
            <a:r>
              <a:rPr lang="fi-FI" dirty="0" err="1"/>
              <a:t>WebColor</a:t>
            </a:r>
            <a:r>
              <a:rPr lang="fi-FI" dirty="0"/>
              <a:t>) sekä tekstin kooksi 18 pt</a:t>
            </a:r>
          </a:p>
          <a:p>
            <a:r>
              <a:rPr lang="fi-FI" dirty="0"/>
              <a:t>Lisää kaksi </a:t>
            </a:r>
            <a:r>
              <a:rPr lang="fi-FI" dirty="0" err="1"/>
              <a:t>Labeliä</a:t>
            </a:r>
            <a:r>
              <a:rPr lang="fi-FI" dirty="0"/>
              <a:t>, jolle toiselle annat tekstiksi Käyttäjätunnus: ja toiselle Salasana: ja tasaa ne oikealta </a:t>
            </a:r>
          </a:p>
          <a:p>
            <a:r>
              <a:rPr lang="fi-FI" dirty="0"/>
              <a:t>Lisää kaksi </a:t>
            </a:r>
            <a:r>
              <a:rPr lang="fi-FI" dirty="0" err="1"/>
              <a:t>TextBox</a:t>
            </a:r>
            <a:r>
              <a:rPr lang="fi-FI" dirty="0"/>
              <a:t> –kenttää, joille annan nimeksi </a:t>
            </a:r>
            <a:r>
              <a:rPr lang="fi-FI" dirty="0" err="1"/>
              <a:t>KayttajaTB</a:t>
            </a:r>
            <a:r>
              <a:rPr lang="fi-FI" dirty="0"/>
              <a:t> ja </a:t>
            </a:r>
            <a:r>
              <a:rPr lang="fi-FI" dirty="0" err="1"/>
              <a:t>SalasanaTB</a:t>
            </a:r>
            <a:endParaRPr lang="fi-FI" dirty="0"/>
          </a:p>
          <a:p>
            <a:r>
              <a:rPr lang="fi-FI" dirty="0"/>
              <a:t>Lisää Button, jolle annat tekstiksi ”Tarkista” ja nimeksi </a:t>
            </a:r>
            <a:r>
              <a:rPr lang="fi-FI" dirty="0" err="1"/>
              <a:t>TarkistaBT</a:t>
            </a:r>
            <a:endParaRPr lang="fi-FI" dirty="0"/>
          </a:p>
          <a:p>
            <a:r>
              <a:rPr lang="fi-FI" dirty="0"/>
              <a:t>Lisää vielä piilotettu tekstikenttä, johon tulee virheviesti, jos käyttäjätunnus</a:t>
            </a:r>
            <a:br>
              <a:rPr lang="fi-FI" dirty="0"/>
            </a:br>
            <a:r>
              <a:rPr lang="fi-FI" dirty="0"/>
              <a:t>tai salasana on väärin ja anna sille nimeksi </a:t>
            </a:r>
            <a:r>
              <a:rPr lang="fi-FI" dirty="0" err="1"/>
              <a:t>VirheviestiLB</a:t>
            </a:r>
            <a:r>
              <a:rPr lang="fi-FI" dirty="0"/>
              <a:t> ja piilota se</a:t>
            </a:r>
          </a:p>
          <a:p>
            <a:endParaRPr lang="fi-FI" dirty="0"/>
          </a:p>
        </p:txBody>
      </p:sp>
      <p:pic>
        <p:nvPicPr>
          <p:cNvPr id="4" name="Kuva 3">
            <a:extLst>
              <a:ext uri="{FF2B5EF4-FFF2-40B4-BE49-F238E27FC236}">
                <a16:creationId xmlns:a16="http://schemas.microsoft.com/office/drawing/2014/main" id="{2ABDAF1F-7ED8-6D46-973B-3813B1B4E4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3809" y="5148436"/>
            <a:ext cx="4752008" cy="1709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3368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tsikko 2">
            <a:extLst>
              <a:ext uri="{FF2B5EF4-FFF2-40B4-BE49-F238E27FC236}">
                <a16:creationId xmlns:a16="http://schemas.microsoft.com/office/drawing/2014/main" id="{7E20FBD1-9135-D94C-874C-204CAAA19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918" y="0"/>
            <a:ext cx="5761282" cy="1440392"/>
          </a:xfrm>
        </p:spPr>
        <p:txBody>
          <a:bodyPr/>
          <a:lstStyle/>
          <a:p>
            <a:r>
              <a:rPr lang="fi-FI" dirty="0"/>
              <a:t>6. Harjoitus - salasana</a:t>
            </a:r>
          </a:p>
        </p:txBody>
      </p:sp>
      <p:sp>
        <p:nvSpPr>
          <p:cNvPr id="4" name="Sisällön paikkamerkki 3">
            <a:extLst>
              <a:ext uri="{FF2B5EF4-FFF2-40B4-BE49-F238E27FC236}">
                <a16:creationId xmlns:a16="http://schemas.microsoft.com/office/drawing/2014/main" id="{E5BB7CE9-4E7B-184D-8D68-7A232CE8622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91918" y="1440392"/>
            <a:ext cx="7457560" cy="5417608"/>
          </a:xfrm>
        </p:spPr>
        <p:txBody>
          <a:bodyPr/>
          <a:lstStyle/>
          <a:p>
            <a:r>
              <a:rPr lang="fi-FI" dirty="0"/>
              <a:t>Pienennä edellinen paneeli siten, että näet harmaata sen takana</a:t>
            </a:r>
          </a:p>
          <a:p>
            <a:r>
              <a:rPr lang="fi-FI" dirty="0"/>
              <a:t>Vedä uusi </a:t>
            </a:r>
            <a:r>
              <a:rPr lang="fi-FI" dirty="0" err="1"/>
              <a:t>panel</a:t>
            </a:r>
            <a:r>
              <a:rPr lang="fi-FI" dirty="0"/>
              <a:t> harmaalle alueelle ja nimeä se </a:t>
            </a:r>
            <a:r>
              <a:rPr lang="fi-FI" dirty="0" err="1"/>
              <a:t>SalasanaOikeinPanel</a:t>
            </a:r>
            <a:endParaRPr lang="fi-FI" dirty="0"/>
          </a:p>
          <a:p>
            <a:r>
              <a:rPr lang="fi-FI" dirty="0"/>
              <a:t>Muuta molemmat paneelit </a:t>
            </a:r>
            <a:r>
              <a:rPr lang="fi-FI" dirty="0" err="1"/>
              <a:t>Formin</a:t>
            </a:r>
            <a:r>
              <a:rPr lang="fi-FI" dirty="0"/>
              <a:t> kokoiseksi (play-painikkeesta)</a:t>
            </a:r>
          </a:p>
          <a:p>
            <a:r>
              <a:rPr lang="fi-FI" dirty="0"/>
              <a:t>Määritä, että </a:t>
            </a:r>
            <a:r>
              <a:rPr lang="fi-FI" dirty="0" err="1"/>
              <a:t>panel</a:t>
            </a:r>
            <a:r>
              <a:rPr lang="fi-FI" dirty="0"/>
              <a:t> ei ole näkyvissä (</a:t>
            </a:r>
            <a:r>
              <a:rPr lang="fi-FI" dirty="0" err="1"/>
              <a:t>visible</a:t>
            </a:r>
            <a:r>
              <a:rPr lang="fi-FI" dirty="0"/>
              <a:t> on </a:t>
            </a:r>
            <a:r>
              <a:rPr lang="fi-FI" dirty="0" err="1"/>
              <a:t>false</a:t>
            </a:r>
            <a:r>
              <a:rPr lang="fi-FI" dirty="0"/>
              <a:t>)</a:t>
            </a:r>
          </a:p>
          <a:p>
            <a:r>
              <a:rPr lang="fi-FI" dirty="0"/>
              <a:t>Määritä nyt </a:t>
            </a:r>
            <a:r>
              <a:rPr lang="fi-FI" dirty="0" err="1"/>
              <a:t>panelin</a:t>
            </a:r>
            <a:r>
              <a:rPr lang="fi-FI" dirty="0"/>
              <a:t> fonttikoko 36:ksi ominaisuuksista, Fontiksi </a:t>
            </a:r>
            <a:r>
              <a:rPr lang="fi-FI" dirty="0" err="1"/>
              <a:t>Segoe</a:t>
            </a:r>
            <a:r>
              <a:rPr lang="fi-FI" dirty="0"/>
              <a:t> </a:t>
            </a:r>
            <a:r>
              <a:rPr lang="fi-FI" dirty="0" err="1"/>
              <a:t>Script</a:t>
            </a:r>
            <a:r>
              <a:rPr lang="fi-FI" dirty="0"/>
              <a:t> ja Fonttityyliksi Lihavoitu kallistettu</a:t>
            </a:r>
          </a:p>
          <a:p>
            <a:r>
              <a:rPr lang="fi-FI" dirty="0"/>
              <a:t>Määritä </a:t>
            </a:r>
            <a:r>
              <a:rPr lang="fi-FI" dirty="0" err="1"/>
              <a:t>BackColor</a:t>
            </a:r>
            <a:r>
              <a:rPr lang="fi-FI" dirty="0"/>
              <a:t> </a:t>
            </a:r>
            <a:r>
              <a:rPr lang="fi-FI" dirty="0" err="1"/>
              <a:t>DarkRed</a:t>
            </a:r>
            <a:r>
              <a:rPr lang="fi-FI" dirty="0"/>
              <a:t> (</a:t>
            </a:r>
            <a:r>
              <a:rPr lang="fi-FI" dirty="0" err="1"/>
              <a:t>WebColor</a:t>
            </a:r>
            <a:r>
              <a:rPr lang="fi-FI" dirty="0"/>
              <a:t>) ja </a:t>
            </a:r>
            <a:r>
              <a:rPr lang="fi-FI" dirty="0" err="1"/>
              <a:t>ForeColor</a:t>
            </a:r>
            <a:r>
              <a:rPr lang="fi-FI" dirty="0"/>
              <a:t> </a:t>
            </a:r>
            <a:r>
              <a:rPr lang="fi-FI" dirty="0" err="1"/>
              <a:t>Snow</a:t>
            </a:r>
            <a:r>
              <a:rPr lang="fi-FI" dirty="0"/>
              <a:t> (</a:t>
            </a:r>
            <a:r>
              <a:rPr lang="fi-FI" dirty="0" err="1"/>
              <a:t>WebColor</a:t>
            </a:r>
            <a:r>
              <a:rPr lang="fi-FI" dirty="0"/>
              <a:t>)</a:t>
            </a:r>
          </a:p>
          <a:p>
            <a:r>
              <a:rPr lang="fi-FI" dirty="0"/>
              <a:t>Vedä </a:t>
            </a:r>
            <a:r>
              <a:rPr lang="fi-FI" dirty="0" err="1"/>
              <a:t>Label</a:t>
            </a:r>
            <a:r>
              <a:rPr lang="fi-FI" dirty="0"/>
              <a:t> </a:t>
            </a:r>
            <a:r>
              <a:rPr lang="fi-FI" dirty="0" err="1"/>
              <a:t>paneliin</a:t>
            </a:r>
            <a:r>
              <a:rPr lang="fi-FI" dirty="0"/>
              <a:t> ja anna sille tekstiksi: ”Tervetuloa sivuilleni”</a:t>
            </a:r>
          </a:p>
          <a:p>
            <a:endParaRPr lang="fi-FI" dirty="0"/>
          </a:p>
        </p:txBody>
      </p:sp>
      <p:pic>
        <p:nvPicPr>
          <p:cNvPr id="5" name="Kuva 4">
            <a:extLst>
              <a:ext uri="{FF2B5EF4-FFF2-40B4-BE49-F238E27FC236}">
                <a16:creationId xmlns:a16="http://schemas.microsoft.com/office/drawing/2014/main" id="{05AE157D-178B-7A45-847C-31D5D2F6D3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2269" y="4345502"/>
            <a:ext cx="6067563" cy="1797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279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9B28544E-8662-7E46-AF68-1D85471A3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918" y="0"/>
            <a:ext cx="5761282" cy="1440392"/>
          </a:xfrm>
        </p:spPr>
        <p:txBody>
          <a:bodyPr/>
          <a:lstStyle/>
          <a:p>
            <a:r>
              <a:rPr lang="fi-FI"/>
              <a:t>6. </a:t>
            </a:r>
            <a:r>
              <a:rPr lang="fi-FI" dirty="0"/>
              <a:t>Harjoitus - koodi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49ED8967-57EE-3842-BE2D-28725621520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91918" y="1440392"/>
            <a:ext cx="7560164" cy="5417608"/>
          </a:xfrm>
        </p:spPr>
        <p:txBody>
          <a:bodyPr/>
          <a:lstStyle/>
          <a:p>
            <a:r>
              <a:rPr lang="fi-FI" dirty="0"/>
              <a:t>Jostain syystä koodidia katosi, kun äänitin videota, mutta onneksi hätä ei ole tämän näköinen, sillä se on helposti lisättävissä takaisin</a:t>
            </a:r>
          </a:p>
          <a:p>
            <a:r>
              <a:rPr lang="fi-FI" dirty="0"/>
              <a:t>Käytämme tässä jos-ehtoa, jossa tarkastelemme, ovatko sekä käyttäjätunnus, että salasana oikeita, ja se tapahtuu ja-operaattorin (&amp;&amp;) kanssa, huomaa, että kun tarkastelemme todenperäisyyttä, käytämme kahta on yhtä kuin merkkiä, sillä yksi on yhtä kuin merkki olisi sijoituslause.</a:t>
            </a:r>
          </a:p>
          <a:p>
            <a:endParaRPr lang="fi-FI" dirty="0"/>
          </a:p>
          <a:p>
            <a:endParaRPr lang="fi-FI" dirty="0"/>
          </a:p>
          <a:p>
            <a:endParaRPr lang="fi-FI" dirty="0"/>
          </a:p>
          <a:p>
            <a:endParaRPr lang="fi-FI" dirty="0"/>
          </a:p>
          <a:p>
            <a:endParaRPr lang="fi-FI" dirty="0"/>
          </a:p>
          <a:p>
            <a:endParaRPr lang="fi-FI" dirty="0"/>
          </a:p>
          <a:p>
            <a:endParaRPr lang="fi-FI" dirty="0"/>
          </a:p>
          <a:p>
            <a:endParaRPr lang="fi-FI" dirty="0"/>
          </a:p>
          <a:p>
            <a:endParaRPr lang="fi-FI" dirty="0"/>
          </a:p>
        </p:txBody>
      </p:sp>
      <p:pic>
        <p:nvPicPr>
          <p:cNvPr id="4" name="Kuva 3">
            <a:extLst>
              <a:ext uri="{FF2B5EF4-FFF2-40B4-BE49-F238E27FC236}">
                <a16:creationId xmlns:a16="http://schemas.microsoft.com/office/drawing/2014/main" id="{3A7F7469-8709-0144-828D-EE50A22F27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3146011"/>
            <a:ext cx="8001000" cy="2832100"/>
          </a:xfrm>
          <a:prstGeom prst="rect">
            <a:avLst/>
          </a:prstGeom>
        </p:spPr>
      </p:pic>
      <p:sp>
        <p:nvSpPr>
          <p:cNvPr id="5" name="Tekstiruutu 4">
            <a:extLst>
              <a:ext uri="{FF2B5EF4-FFF2-40B4-BE49-F238E27FC236}">
                <a16:creationId xmlns:a16="http://schemas.microsoft.com/office/drawing/2014/main" id="{10CB4C54-ADEE-634B-8B9E-6DB0EF97E966}"/>
              </a:ext>
            </a:extLst>
          </p:cNvPr>
          <p:cNvSpPr txBox="1"/>
          <p:nvPr/>
        </p:nvSpPr>
        <p:spPr>
          <a:xfrm>
            <a:off x="5953539" y="3617843"/>
            <a:ext cx="2763078" cy="92333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fi-FI" dirty="0"/>
              <a:t>Piilotamme toisen ja tuomme toisen </a:t>
            </a:r>
            <a:r>
              <a:rPr lang="fi-FI" dirty="0" err="1"/>
              <a:t>panelin</a:t>
            </a:r>
            <a:r>
              <a:rPr lang="fi-FI" dirty="0"/>
              <a:t> näkyviin</a:t>
            </a:r>
          </a:p>
        </p:txBody>
      </p:sp>
    </p:spTree>
    <p:extLst>
      <p:ext uri="{BB962C8B-B14F-4D97-AF65-F5344CB8AC3E}">
        <p14:creationId xmlns:p14="http://schemas.microsoft.com/office/powerpoint/2010/main" val="17693512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7B597972-93C9-E04A-AA5B-6E09795C5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918" y="0"/>
            <a:ext cx="5761282" cy="636104"/>
          </a:xfrm>
        </p:spPr>
        <p:txBody>
          <a:bodyPr/>
          <a:lstStyle/>
          <a:p>
            <a:r>
              <a:rPr lang="fi-FI" dirty="0"/>
              <a:t>Sama videona</a:t>
            </a:r>
          </a:p>
        </p:txBody>
      </p:sp>
      <p:sp>
        <p:nvSpPr>
          <p:cNvPr id="3" name="Tekstiruutu 2">
            <a:extLst>
              <a:ext uri="{FF2B5EF4-FFF2-40B4-BE49-F238E27FC236}">
                <a16:creationId xmlns:a16="http://schemas.microsoft.com/office/drawing/2014/main" id="{856A4C11-58BB-1B4D-8FB3-F46DEF12D5D7}"/>
              </a:ext>
            </a:extLst>
          </p:cNvPr>
          <p:cNvSpPr txBox="1"/>
          <p:nvPr/>
        </p:nvSpPr>
        <p:spPr>
          <a:xfrm>
            <a:off x="874643" y="1172817"/>
            <a:ext cx="81997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 dirty="0" err="1"/>
              <a:t>https</a:t>
            </a:r>
            <a:r>
              <a:rPr lang="fi-FI" dirty="0"/>
              <a:t>://</a:t>
            </a:r>
            <a:r>
              <a:rPr lang="fi-FI" dirty="0" err="1"/>
              <a:t>youtu.be</a:t>
            </a:r>
            <a:r>
              <a:rPr lang="fi-FI" dirty="0"/>
              <a:t>/YEJXMKIPH4g</a:t>
            </a:r>
          </a:p>
        </p:txBody>
      </p:sp>
    </p:spTree>
    <p:extLst>
      <p:ext uri="{BB962C8B-B14F-4D97-AF65-F5344CB8AC3E}">
        <p14:creationId xmlns:p14="http://schemas.microsoft.com/office/powerpoint/2010/main" val="4220488650"/>
      </p:ext>
    </p:extLst>
  </p:cSld>
  <p:clrMapOvr>
    <a:masterClrMapping/>
  </p:clrMapOvr>
</p:sld>
</file>

<file path=ppt/theme/theme1.xml><?xml version="1.0" encoding="utf-8"?>
<a:theme xmlns:a="http://schemas.openxmlformats.org/drawingml/2006/main" name="Keuda">
  <a:themeElements>
    <a:clrScheme name="KEUDA">
      <a:dk1>
        <a:srgbClr val="000000"/>
      </a:dk1>
      <a:lt1>
        <a:sysClr val="window" lastClr="FFFFFF"/>
      </a:lt1>
      <a:dk2>
        <a:srgbClr val="000000"/>
      </a:dk2>
      <a:lt2>
        <a:srgbClr val="DAD9D4"/>
      </a:lt2>
      <a:accent1>
        <a:srgbClr val="3AAA35"/>
      </a:accent1>
      <a:accent2>
        <a:srgbClr val="BCCF00"/>
      </a:accent2>
      <a:accent3>
        <a:srgbClr val="C9338B"/>
      </a:accent3>
      <a:accent4>
        <a:srgbClr val="0074D8"/>
      </a:accent4>
      <a:accent5>
        <a:srgbClr val="623D91"/>
      </a:accent5>
      <a:accent6>
        <a:srgbClr val="000000"/>
      </a:accent6>
      <a:hlink>
        <a:srgbClr val="3AAA35"/>
      </a:hlink>
      <a:folHlink>
        <a:srgbClr val="BCCF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Keudapohja" id="{A054984A-8E48-3642-AE8C-EDA194885A68}" vid="{D6D0F34A-5152-A84B-95B2-81CF7E64AF3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d60cdafe-3c14-470c-9774-fed17032e9b6">
      <UserInfo>
        <DisplayName>Tiina Myrsky</DisplayName>
        <AccountId>395</AccountId>
        <AccountType/>
      </UserInfo>
      <UserInfo>
        <DisplayName>Sirpa Laiho</DisplayName>
        <AccountId>953</AccountId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Asiakirja" ma:contentTypeID="0x010100F531312B7327114EB8C6A781B61668F8" ma:contentTypeVersion="13" ma:contentTypeDescription="Luo uusi asiakirja." ma:contentTypeScope="" ma:versionID="160cf9f1a0764e32543ee535e7019f2e">
  <xsd:schema xmlns:xsd="http://www.w3.org/2001/XMLSchema" xmlns:xs="http://www.w3.org/2001/XMLSchema" xmlns:p="http://schemas.microsoft.com/office/2006/metadata/properties" xmlns:ns3="bef9a14e-6b3a-4af1-813a-eac9023b19ca" xmlns:ns4="d60cdafe-3c14-470c-9774-fed17032e9b6" targetNamespace="http://schemas.microsoft.com/office/2006/metadata/properties" ma:root="true" ma:fieldsID="93873177101ee229c29b07e8d73cfea5" ns3:_="" ns4:_="">
    <xsd:import namespace="bef9a14e-6b3a-4af1-813a-eac9023b19ca"/>
    <xsd:import namespace="d60cdafe-3c14-470c-9774-fed17032e9b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Location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f9a14e-6b3a-4af1-813a-eac9023b19c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0cdafe-3c14-470c-9774-fed17032e9b6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Jaettu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Jakamisen tiedot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6" nillable="true" ma:displayName="Jakamisvihjeen hajautus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Sisältölaji"/>
        <xsd:element ref="dc:title" minOccurs="0" maxOccurs="1" ma:index="4" ma:displayName="Otsikk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30FAD33-FC5D-40A5-A5BF-CED66488F50B}">
  <ds:schemaRefs>
    <ds:schemaRef ds:uri="http://schemas.microsoft.com/office/2006/metadata/properties"/>
    <ds:schemaRef ds:uri="d60cdafe-3c14-470c-9774-fed17032e9b6"/>
    <ds:schemaRef ds:uri="http://www.w3.org/XML/1998/namespace"/>
    <ds:schemaRef ds:uri="http://schemas.microsoft.com/office/2006/documentManagement/types"/>
    <ds:schemaRef ds:uri="http://purl.org/dc/terms/"/>
    <ds:schemaRef ds:uri="http://purl.org/dc/dcmitype/"/>
    <ds:schemaRef ds:uri="bef9a14e-6b3a-4af1-813a-eac9023b19ca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6F0D5726-3D6A-4EAD-9F28-E8ED54CD113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0EF9867-FB68-4B42-81D4-E5B6D5D4E4A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ef9a14e-6b3a-4af1-813a-eac9023b19ca"/>
    <ds:schemaRef ds:uri="d60cdafe-3c14-470c-9774-fed17032e9b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Keuda</Template>
  <TotalTime>16613</TotalTime>
  <Words>423</Words>
  <Application>Microsoft Macintosh PowerPoint</Application>
  <PresentationFormat>Näytössä katseltava diaesitys (4:3)</PresentationFormat>
  <Paragraphs>44</Paragraphs>
  <Slides>7</Slides>
  <Notes>0</Notes>
  <HiddenSlides>0</HiddenSlides>
  <MMClips>0</MMClips>
  <ScaleCrop>false</ScaleCrop>
  <HeadingPairs>
    <vt:vector size="6" baseType="variant">
      <vt:variant>
        <vt:lpstr>Käytetyt fontit</vt:lpstr>
      </vt:variant>
      <vt:variant>
        <vt:i4>3</vt:i4>
      </vt:variant>
      <vt:variant>
        <vt:lpstr>Teema</vt:lpstr>
      </vt:variant>
      <vt:variant>
        <vt:i4>1</vt:i4>
      </vt:variant>
      <vt:variant>
        <vt:lpstr>Dian otsikot</vt:lpstr>
      </vt:variant>
      <vt:variant>
        <vt:i4>7</vt:i4>
      </vt:variant>
    </vt:vector>
  </HeadingPairs>
  <TitlesOfParts>
    <vt:vector size="11" baseType="lpstr">
      <vt:lpstr>Arial</vt:lpstr>
      <vt:lpstr>Calibri</vt:lpstr>
      <vt:lpstr>TitilliumText22L Light</vt:lpstr>
      <vt:lpstr>Keuda</vt:lpstr>
      <vt:lpstr>T1-tason ohjelmointi C#-kielellä</vt:lpstr>
      <vt:lpstr>5. Harjoitus - järjestys</vt:lpstr>
      <vt:lpstr>5. Harjoitus – koodi ja video</vt:lpstr>
      <vt:lpstr>6. Harjoitus salasana</vt:lpstr>
      <vt:lpstr>6. Harjoitus - salasana</vt:lpstr>
      <vt:lpstr>6. Harjoitus - koodi</vt:lpstr>
      <vt:lpstr>Sama videona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T1-tason ohjelmointi C#-kielellä</dc:title>
  <dc:creator>Jyri Lindroos</dc:creator>
  <cp:lastModifiedBy>Jyri Lindroos</cp:lastModifiedBy>
  <cp:revision>69</cp:revision>
  <dcterms:created xsi:type="dcterms:W3CDTF">2021-08-06T08:12:12Z</dcterms:created>
  <dcterms:modified xsi:type="dcterms:W3CDTF">2021-08-29T11:56:47Z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0x010100F531312B7327114EB8C6A781B61668F8</vt:lpwstr>
  </property>
  <property fmtid="{D5CDD505-2E9C-101B-9397-08002B2CF9AE}" pid="3" name="Keuda Avainsana">
    <vt:lpwstr>22;#viestintä|b7bd8df1-11a9-47b9-81d4-8f39aa216b53</vt:lpwstr>
  </property>
  <property fmtid="{D5CDD505-2E9C-101B-9397-08002B2CF9AE}" pid="4" name="Keuda Ala">
    <vt:lpwstr>17;#Yhteiset palvelut|dd5a481c-96b8-4355-a3f4-1b3fa68beb25</vt:lpwstr>
  </property>
  <property fmtid="{D5CDD505-2E9C-101B-9397-08002B2CF9AE}" pid="5" name="Keuda Dokumenttityyppi">
    <vt:lpwstr>10;#Esitysmateriaali|ed134d34-a4c9-4be4-9a74-125bd0dfe4d4</vt:lpwstr>
  </property>
  <property fmtid="{D5CDD505-2E9C-101B-9397-08002B2CF9AE}" pid="6" name="AuthorIds_UIVersion_2560">
    <vt:lpwstr>30</vt:lpwstr>
  </property>
  <property fmtid="{D5CDD505-2E9C-101B-9397-08002B2CF9AE}" pid="7" name="AuthorIds_UIVersion_3072">
    <vt:lpwstr>30</vt:lpwstr>
  </property>
</Properties>
</file>